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 id="2147483678"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9144000"/>
  <p:embeddedFontLst>
    <p:embeddedFont>
      <p:font typeface="Manrope" pitchFamily="2" charset="0"/>
      <p:regular r:id="rId24"/>
      <p:bold r:id="rId25"/>
    </p:embeddedFont>
    <p:embeddedFont>
      <p:font typeface="Poppins" pitchFamily="2" charset="77"/>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75"/>
    <p:restoredTop sz="94710"/>
  </p:normalViewPr>
  <p:slideViewPr>
    <p:cSldViewPr snapToGrid="0" showGuides="1">
      <p:cViewPr varScale="1">
        <p:scale>
          <a:sx n="144" d="100"/>
          <a:sy n="144" d="100"/>
        </p:scale>
        <p:origin x="216"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320e2f0906_7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g3320e2f0906_7_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320e2f0906_7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320e2f0906_7_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320e2f0906_7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3320e2f0906_7_5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320e2f0906_7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g3320e2f0906_7_7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320e2f0906_7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g3320e2f0906_7_8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320e2f0906_7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g3320e2f0906_7_10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320e2f0906_7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g3320e2f0906_7_1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320e2f0906_7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g3320e2f0906_7_1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320e2f0906_7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g3320e2f0906_7_15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320e2f0906_7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g3320e2f0906_7_16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320e2f0906_7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g3320e2f0906_7_20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320e2f0906_7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 name="Google Shape;298;g3320e2f0906_7_2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320e2f0906_7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g3320e2f0906_7_2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320e2f0906_7_2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6" name="Google Shape;336;g3320e2f0906_7_26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320e2f0906_7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g3320e2f0906_7_28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320e2f0906_7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9" name="Google Shape;369;g3320e2f0906_7_29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320e2f0906_7_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6" name="Google Shape;396;g3320e2f0906_7_3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3320e2f0906_7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1" name="Google Shape;411;g3320e2f0906_7_3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3320e2f0906_7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4" name="Google Shape;434;g3320e2f0906_7_36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320e2f0906_7_3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7" name="Google Shape;447;g3320e2f0906_7_37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a:stretch/>
        </p:blipFill>
        <p:spPr>
          <a:xfrm>
            <a:off x="0" y="0"/>
            <a:ext cx="12192000" cy="6858000"/>
          </a:xfrm>
          <a:custGeom>
            <a:avLst/>
            <a:gdLst/>
            <a:ahLst/>
            <a:cxnLst/>
            <a:rect l="l" t="t" r="r" b="b"/>
            <a:pathLst>
              <a:path w="12192000" h="6858000" extrusionOk="0">
                <a:moveTo>
                  <a:pt x="0" y="0"/>
                </a:moveTo>
                <a:lnTo>
                  <a:pt x="12192000" y="0"/>
                </a:lnTo>
                <a:lnTo>
                  <a:pt x="12192000" y="6858000"/>
                </a:lnTo>
                <a:lnTo>
                  <a:pt x="0" y="6858000"/>
                </a:lnTo>
                <a:close/>
              </a:path>
            </a:pathLst>
          </a:cu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0"/>
        <p:cNvGrpSpPr/>
        <p:nvPr/>
      </p:nvGrpSpPr>
      <p:grpSpPr>
        <a:xfrm>
          <a:off x="0" y="0"/>
          <a:ext cx="0" cy="0"/>
          <a:chOff x="0" y="0"/>
          <a:chExt cx="0" cy="0"/>
        </a:xfrm>
      </p:grpSpPr>
      <p:pic>
        <p:nvPicPr>
          <p:cNvPr id="11" name="Google Shape;11;p3"/>
          <p:cNvPicPr preferRelativeResize="0"/>
          <p:nvPr/>
        </p:nvPicPr>
        <p:blipFill rotWithShape="1">
          <a:blip r:embed="rId2">
            <a:alphaModFix/>
          </a:blip>
          <a:srcRect l="33657" r="33658"/>
          <a:stretch/>
        </p:blipFill>
        <p:spPr>
          <a:xfrm>
            <a:off x="695325" y="-7938"/>
            <a:ext cx="3670300" cy="6316663"/>
          </a:xfrm>
          <a:custGeom>
            <a:avLst/>
            <a:gdLst/>
            <a:ahLst/>
            <a:cxnLst/>
            <a:rect l="l" t="t" r="r" b="b"/>
            <a:pathLst>
              <a:path w="3670635" h="6317371" extrusionOk="0">
                <a:moveTo>
                  <a:pt x="0" y="0"/>
                </a:moveTo>
                <a:lnTo>
                  <a:pt x="3670635" y="0"/>
                </a:lnTo>
                <a:lnTo>
                  <a:pt x="3670635" y="6317371"/>
                </a:lnTo>
                <a:lnTo>
                  <a:pt x="0" y="6317371"/>
                </a:lnTo>
                <a:close/>
              </a:path>
            </a:pathLst>
          </a:cu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12"/>
        <p:cNvGrpSpPr/>
        <p:nvPr/>
      </p:nvGrpSpPr>
      <p:grpSpPr>
        <a:xfrm>
          <a:off x="0" y="0"/>
          <a:ext cx="0" cy="0"/>
          <a:chOff x="0" y="0"/>
          <a:chExt cx="0" cy="0"/>
        </a:xfrm>
      </p:grpSpPr>
      <p:pic>
        <p:nvPicPr>
          <p:cNvPr id="13" name="Google Shape;13;p4"/>
          <p:cNvPicPr preferRelativeResize="0"/>
          <p:nvPr/>
        </p:nvPicPr>
        <p:blipFill rotWithShape="1">
          <a:blip r:embed="rId2">
            <a:alphaModFix/>
          </a:blip>
          <a:srcRect l="23773" r="23773"/>
          <a:stretch/>
        </p:blipFill>
        <p:spPr>
          <a:xfrm>
            <a:off x="6956425" y="1439863"/>
            <a:ext cx="4540250" cy="4868862"/>
          </a:xfrm>
          <a:custGeom>
            <a:avLst/>
            <a:gdLst/>
            <a:ahLst/>
            <a:cxnLst/>
            <a:rect l="l" t="t" r="r" b="b"/>
            <a:pathLst>
              <a:path w="4540255" h="4868862" extrusionOk="0">
                <a:moveTo>
                  <a:pt x="0" y="0"/>
                </a:moveTo>
                <a:lnTo>
                  <a:pt x="4540255" y="0"/>
                </a:lnTo>
                <a:lnTo>
                  <a:pt x="4540255" y="4868862"/>
                </a:lnTo>
                <a:lnTo>
                  <a:pt x="0" y="4868862"/>
                </a:lnTo>
                <a:close/>
              </a:path>
            </a:pathLst>
          </a:cu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3_Custom Layout">
  <p:cSld name="25_Custom Layout">
    <p:spTree>
      <p:nvGrpSpPr>
        <p:cNvPr id="1" name="Shape 14"/>
        <p:cNvGrpSpPr/>
        <p:nvPr/>
      </p:nvGrpSpPr>
      <p:grpSpPr>
        <a:xfrm>
          <a:off x="0" y="0"/>
          <a:ext cx="0" cy="0"/>
          <a:chOff x="0" y="0"/>
          <a:chExt cx="0" cy="0"/>
        </a:xfrm>
      </p:grpSpPr>
      <p:pic>
        <p:nvPicPr>
          <p:cNvPr id="15" name="Google Shape;15;p5"/>
          <p:cNvPicPr preferRelativeResize="0"/>
          <p:nvPr/>
        </p:nvPicPr>
        <p:blipFill rotWithShape="1">
          <a:blip r:embed="rId2">
            <a:alphaModFix/>
          </a:blip>
          <a:srcRect t="23832" b="23831"/>
          <a:stretch/>
        </p:blipFill>
        <p:spPr>
          <a:xfrm>
            <a:off x="695325" y="3128963"/>
            <a:ext cx="10801350" cy="3179762"/>
          </a:xfrm>
          <a:custGeom>
            <a:avLst/>
            <a:gdLst/>
            <a:ahLst/>
            <a:cxnLst/>
            <a:rect l="l" t="t" r="r" b="b"/>
            <a:pathLst>
              <a:path w="10801350" h="3468543" extrusionOk="0">
                <a:moveTo>
                  <a:pt x="0" y="0"/>
                </a:moveTo>
                <a:lnTo>
                  <a:pt x="10801350" y="0"/>
                </a:lnTo>
                <a:lnTo>
                  <a:pt x="10801350" y="3468543"/>
                </a:lnTo>
                <a:lnTo>
                  <a:pt x="0" y="3468543"/>
                </a:lnTo>
                <a:close/>
              </a:path>
            </a:pathLst>
          </a:cu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16"/>
        <p:cNvGrpSpPr/>
        <p:nvPr/>
      </p:nvGrpSpPr>
      <p:grpSpPr>
        <a:xfrm>
          <a:off x="0" y="0"/>
          <a:ext cx="0" cy="0"/>
          <a:chOff x="0" y="0"/>
          <a:chExt cx="0" cy="0"/>
        </a:xfrm>
      </p:grpSpPr>
      <p:pic>
        <p:nvPicPr>
          <p:cNvPr id="17" name="Google Shape;17;p6"/>
          <p:cNvPicPr preferRelativeResize="0"/>
          <p:nvPr/>
        </p:nvPicPr>
        <p:blipFill rotWithShape="1">
          <a:blip r:embed="rId2">
            <a:alphaModFix/>
          </a:blip>
          <a:srcRect t="6419" b="6419"/>
          <a:stretch/>
        </p:blipFill>
        <p:spPr>
          <a:xfrm>
            <a:off x="8064500" y="3224213"/>
            <a:ext cx="3432175" cy="1682750"/>
          </a:xfrm>
          <a:custGeom>
            <a:avLst/>
            <a:gdLst/>
            <a:ahLst/>
            <a:cxnLst/>
            <a:rect l="l" t="t" r="r" b="b"/>
            <a:pathLst>
              <a:path w="3431832" h="1313909" extrusionOk="0">
                <a:moveTo>
                  <a:pt x="0" y="0"/>
                </a:moveTo>
                <a:lnTo>
                  <a:pt x="3431832" y="0"/>
                </a:lnTo>
                <a:lnTo>
                  <a:pt x="3431832" y="1313909"/>
                </a:lnTo>
                <a:lnTo>
                  <a:pt x="0" y="1313909"/>
                </a:lnTo>
                <a:close/>
              </a:path>
            </a:pathLst>
          </a:custGeom>
          <a:noFill/>
          <a:ln>
            <a:noFill/>
          </a:ln>
        </p:spPr>
      </p:pic>
      <p:pic>
        <p:nvPicPr>
          <p:cNvPr id="18" name="Google Shape;18;p6"/>
          <p:cNvPicPr preferRelativeResize="0"/>
          <p:nvPr/>
        </p:nvPicPr>
        <p:blipFill rotWithShape="1">
          <a:blip r:embed="rId2">
            <a:alphaModFix/>
          </a:blip>
          <a:srcRect t="6419" b="6419"/>
          <a:stretch/>
        </p:blipFill>
        <p:spPr>
          <a:xfrm>
            <a:off x="4379913" y="3224213"/>
            <a:ext cx="3432175" cy="1682750"/>
          </a:xfrm>
          <a:custGeom>
            <a:avLst/>
            <a:gdLst/>
            <a:ahLst/>
            <a:cxnLst/>
            <a:rect l="l" t="t" r="r" b="b"/>
            <a:pathLst>
              <a:path w="3431832" h="1313909" extrusionOk="0">
                <a:moveTo>
                  <a:pt x="0" y="0"/>
                </a:moveTo>
                <a:lnTo>
                  <a:pt x="3431832" y="0"/>
                </a:lnTo>
                <a:lnTo>
                  <a:pt x="3431832" y="1313909"/>
                </a:lnTo>
                <a:lnTo>
                  <a:pt x="0" y="1313909"/>
                </a:lnTo>
                <a:close/>
              </a:path>
            </a:pathLst>
          </a:custGeom>
          <a:noFill/>
          <a:ln>
            <a:noFill/>
          </a:ln>
        </p:spPr>
      </p:pic>
      <p:pic>
        <p:nvPicPr>
          <p:cNvPr id="19" name="Google Shape;19;p6"/>
          <p:cNvPicPr preferRelativeResize="0"/>
          <p:nvPr/>
        </p:nvPicPr>
        <p:blipFill rotWithShape="1">
          <a:blip r:embed="rId2">
            <a:alphaModFix/>
          </a:blip>
          <a:srcRect t="6419" b="6419"/>
          <a:stretch/>
        </p:blipFill>
        <p:spPr>
          <a:xfrm>
            <a:off x="695325" y="3224213"/>
            <a:ext cx="3432175" cy="1682750"/>
          </a:xfrm>
          <a:custGeom>
            <a:avLst/>
            <a:gdLst/>
            <a:ahLst/>
            <a:cxnLst/>
            <a:rect l="l" t="t" r="r" b="b"/>
            <a:pathLst>
              <a:path w="3431832" h="1313909" extrusionOk="0">
                <a:moveTo>
                  <a:pt x="0" y="0"/>
                </a:moveTo>
                <a:lnTo>
                  <a:pt x="3431832" y="0"/>
                </a:lnTo>
                <a:lnTo>
                  <a:pt x="3431832" y="1313909"/>
                </a:lnTo>
                <a:lnTo>
                  <a:pt x="0" y="1313909"/>
                </a:lnTo>
                <a:close/>
              </a:path>
            </a:pathLst>
          </a:custGeom>
          <a:noFill/>
          <a:ln>
            <a:noFill/>
          </a:ln>
        </p:spPr>
      </p:pic>
      <p:pic>
        <p:nvPicPr>
          <p:cNvPr id="20" name="Google Shape;20;p6"/>
          <p:cNvPicPr preferRelativeResize="0"/>
          <p:nvPr/>
        </p:nvPicPr>
        <p:blipFill rotWithShape="1">
          <a:blip r:embed="rId2">
            <a:alphaModFix/>
          </a:blip>
          <a:srcRect t="9866" b="9867"/>
          <a:stretch/>
        </p:blipFill>
        <p:spPr>
          <a:xfrm>
            <a:off x="6096000" y="549275"/>
            <a:ext cx="5400675" cy="2438400"/>
          </a:xfrm>
          <a:custGeom>
            <a:avLst/>
            <a:gdLst/>
            <a:ahLst/>
            <a:cxnLst/>
            <a:rect l="l" t="t" r="r" b="b"/>
            <a:pathLst>
              <a:path w="5911758" h="1938952" extrusionOk="0">
                <a:moveTo>
                  <a:pt x="0" y="0"/>
                </a:moveTo>
                <a:lnTo>
                  <a:pt x="5911758" y="0"/>
                </a:lnTo>
                <a:lnTo>
                  <a:pt x="5911758" y="1938952"/>
                </a:lnTo>
                <a:lnTo>
                  <a:pt x="0" y="1938952"/>
                </a:lnTo>
                <a:close/>
              </a:path>
            </a:pathLst>
          </a:cu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21"/>
        <p:cNvGrpSpPr/>
        <p:nvPr/>
      </p:nvGrpSpPr>
      <p:grpSpPr>
        <a:xfrm>
          <a:off x="0" y="0"/>
          <a:ext cx="0" cy="0"/>
          <a:chOff x="0" y="0"/>
          <a:chExt cx="0" cy="0"/>
        </a:xfrm>
      </p:grpSpPr>
      <p:pic>
        <p:nvPicPr>
          <p:cNvPr id="22" name="Google Shape;22;p7"/>
          <p:cNvPicPr preferRelativeResize="0"/>
          <p:nvPr/>
        </p:nvPicPr>
        <p:blipFill rotWithShape="1">
          <a:blip r:embed="rId2">
            <a:alphaModFix/>
          </a:blip>
          <a:srcRect l="6289" r="6288"/>
          <a:stretch/>
        </p:blipFill>
        <p:spPr>
          <a:xfrm>
            <a:off x="-7938" y="2930525"/>
            <a:ext cx="6103938" cy="3927475"/>
          </a:xfrm>
          <a:custGeom>
            <a:avLst/>
            <a:gdLst/>
            <a:ahLst/>
            <a:cxnLst/>
            <a:rect l="l" t="t" r="r" b="b"/>
            <a:pathLst>
              <a:path w="11503868" h="1938952" extrusionOk="0">
                <a:moveTo>
                  <a:pt x="0" y="0"/>
                </a:moveTo>
                <a:lnTo>
                  <a:pt x="11503868" y="0"/>
                </a:lnTo>
                <a:lnTo>
                  <a:pt x="11503868" y="1938952"/>
                </a:lnTo>
                <a:lnTo>
                  <a:pt x="0" y="1938952"/>
                </a:lnTo>
                <a:close/>
              </a:path>
            </a:pathLst>
          </a:cu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6_Custom Layout">
  <p:cSld name="6_Custom Layout">
    <p:spTree>
      <p:nvGrpSpPr>
        <p:cNvPr id="1" name="Shape 23"/>
        <p:cNvGrpSpPr/>
        <p:nvPr/>
      </p:nvGrpSpPr>
      <p:grpSpPr>
        <a:xfrm>
          <a:off x="0" y="0"/>
          <a:ext cx="0" cy="0"/>
          <a:chOff x="0" y="0"/>
          <a:chExt cx="0" cy="0"/>
        </a:xfrm>
      </p:grpSpPr>
      <p:pic>
        <p:nvPicPr>
          <p:cNvPr id="24" name="Google Shape;24;p8"/>
          <p:cNvPicPr preferRelativeResize="0"/>
          <p:nvPr/>
        </p:nvPicPr>
        <p:blipFill rotWithShape="1">
          <a:blip r:embed="rId2">
            <a:alphaModFix/>
          </a:blip>
          <a:srcRect l="36038" r="36038"/>
          <a:stretch/>
        </p:blipFill>
        <p:spPr>
          <a:xfrm>
            <a:off x="9332913" y="563563"/>
            <a:ext cx="2859087" cy="5759450"/>
          </a:xfrm>
          <a:custGeom>
            <a:avLst/>
            <a:gdLst/>
            <a:ahLst/>
            <a:cxnLst/>
            <a:rect l="l" t="t" r="r" b="b"/>
            <a:pathLst>
              <a:path w="2859314" h="5759450" extrusionOk="0">
                <a:moveTo>
                  <a:pt x="0" y="0"/>
                </a:moveTo>
                <a:lnTo>
                  <a:pt x="2859314" y="0"/>
                </a:lnTo>
                <a:lnTo>
                  <a:pt x="2859314" y="5759450"/>
                </a:lnTo>
                <a:lnTo>
                  <a:pt x="0" y="5759450"/>
                </a:lnTo>
                <a:close/>
              </a:path>
            </a:pathLst>
          </a:custGeom>
          <a:noFill/>
          <a:ln>
            <a:noFill/>
          </a:ln>
        </p:spPr>
      </p:pic>
      <p:pic>
        <p:nvPicPr>
          <p:cNvPr id="25" name="Google Shape;25;p8"/>
          <p:cNvPicPr preferRelativeResize="0"/>
          <p:nvPr/>
        </p:nvPicPr>
        <p:blipFill rotWithShape="1">
          <a:blip r:embed="rId2">
            <a:alphaModFix/>
          </a:blip>
          <a:srcRect l="18848" r="18848"/>
          <a:stretch/>
        </p:blipFill>
        <p:spPr>
          <a:xfrm>
            <a:off x="6056313" y="3549650"/>
            <a:ext cx="3071812" cy="2773363"/>
          </a:xfrm>
          <a:custGeom>
            <a:avLst/>
            <a:gdLst/>
            <a:ahLst/>
            <a:cxnLst/>
            <a:rect l="l" t="t" r="r" b="b"/>
            <a:pathLst>
              <a:path w="3072309" h="2774496" extrusionOk="0">
                <a:moveTo>
                  <a:pt x="0" y="0"/>
                </a:moveTo>
                <a:lnTo>
                  <a:pt x="3072309" y="0"/>
                </a:lnTo>
                <a:lnTo>
                  <a:pt x="3072309" y="2774496"/>
                </a:lnTo>
                <a:lnTo>
                  <a:pt x="0" y="2774496"/>
                </a:lnTo>
                <a:close/>
              </a:path>
            </a:pathLst>
          </a:custGeom>
          <a:noFill/>
          <a:ln>
            <a:noFill/>
          </a:ln>
        </p:spPr>
      </p:pic>
      <p:pic>
        <p:nvPicPr>
          <p:cNvPr id="26" name="Google Shape;26;p8"/>
          <p:cNvPicPr preferRelativeResize="0"/>
          <p:nvPr/>
        </p:nvPicPr>
        <p:blipFill rotWithShape="1">
          <a:blip r:embed="rId2">
            <a:alphaModFix/>
          </a:blip>
          <a:srcRect l="18866" r="18866"/>
          <a:stretch/>
        </p:blipFill>
        <p:spPr>
          <a:xfrm>
            <a:off x="6056313" y="563563"/>
            <a:ext cx="3071812" cy="2774950"/>
          </a:xfrm>
          <a:custGeom>
            <a:avLst/>
            <a:gdLst/>
            <a:ahLst/>
            <a:cxnLst/>
            <a:rect l="l" t="t" r="r" b="b"/>
            <a:pathLst>
              <a:path w="3072309" h="2774496" extrusionOk="0">
                <a:moveTo>
                  <a:pt x="0" y="0"/>
                </a:moveTo>
                <a:lnTo>
                  <a:pt x="3072309" y="0"/>
                </a:lnTo>
                <a:lnTo>
                  <a:pt x="3072309" y="2774496"/>
                </a:lnTo>
                <a:lnTo>
                  <a:pt x="0" y="2774496"/>
                </a:lnTo>
                <a:close/>
              </a:path>
            </a:pathLst>
          </a:cu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7_Custom Layout">
  <p:cSld name="7_Custom Layout">
    <p:spTree>
      <p:nvGrpSpPr>
        <p:cNvPr id="1" name="Shape 27"/>
        <p:cNvGrpSpPr/>
        <p:nvPr/>
      </p:nvGrpSpPr>
      <p:grpSpPr>
        <a:xfrm>
          <a:off x="0" y="0"/>
          <a:ext cx="0" cy="0"/>
          <a:chOff x="0" y="0"/>
          <a:chExt cx="0" cy="0"/>
        </a:xfrm>
      </p:grpSpPr>
      <p:pic>
        <p:nvPicPr>
          <p:cNvPr id="28" name="Google Shape;28;p9"/>
          <p:cNvPicPr preferRelativeResize="0"/>
          <p:nvPr/>
        </p:nvPicPr>
        <p:blipFill rotWithShape="1">
          <a:blip r:embed="rId2">
            <a:alphaModFix/>
          </a:blip>
          <a:srcRect l="459" r="458"/>
          <a:stretch/>
        </p:blipFill>
        <p:spPr>
          <a:xfrm>
            <a:off x="6096000" y="2847975"/>
            <a:ext cx="6096000" cy="3460750"/>
          </a:xfrm>
          <a:custGeom>
            <a:avLst/>
            <a:gdLst/>
            <a:ahLst/>
            <a:cxnLst/>
            <a:rect l="l" t="t" r="r" b="b"/>
            <a:pathLst>
              <a:path w="4792709" h="3460586" extrusionOk="0">
                <a:moveTo>
                  <a:pt x="0" y="0"/>
                </a:moveTo>
                <a:lnTo>
                  <a:pt x="4792709" y="0"/>
                </a:lnTo>
                <a:lnTo>
                  <a:pt x="4792709" y="3460586"/>
                </a:lnTo>
                <a:lnTo>
                  <a:pt x="0" y="3460586"/>
                </a:lnTo>
                <a:close/>
              </a:path>
            </a:pathLst>
          </a:cu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9_Custom Layout">
  <p:cSld name="9_Custom Layout">
    <p:spTree>
      <p:nvGrpSpPr>
        <p:cNvPr id="1" name="Shape 29"/>
        <p:cNvGrpSpPr/>
        <p:nvPr/>
      </p:nvGrpSpPr>
      <p:grpSpPr>
        <a:xfrm>
          <a:off x="0" y="0"/>
          <a:ext cx="0" cy="0"/>
          <a:chOff x="0" y="0"/>
          <a:chExt cx="0" cy="0"/>
        </a:xfrm>
      </p:grpSpPr>
      <p:pic>
        <p:nvPicPr>
          <p:cNvPr id="30" name="Google Shape;30;p10"/>
          <p:cNvPicPr preferRelativeResize="0"/>
          <p:nvPr/>
        </p:nvPicPr>
        <p:blipFill rotWithShape="1">
          <a:blip r:embed="rId2">
            <a:alphaModFix/>
          </a:blip>
          <a:srcRect l="14345" r="14345"/>
          <a:stretch/>
        </p:blipFill>
        <p:spPr>
          <a:xfrm>
            <a:off x="0" y="2049463"/>
            <a:ext cx="6096000" cy="4808537"/>
          </a:xfrm>
          <a:custGeom>
            <a:avLst/>
            <a:gdLst/>
            <a:ahLst/>
            <a:cxnLst/>
            <a:rect l="l" t="t" r="r" b="b"/>
            <a:pathLst>
              <a:path w="2283246" h="4833937" extrusionOk="0">
                <a:moveTo>
                  <a:pt x="0" y="0"/>
                </a:moveTo>
                <a:lnTo>
                  <a:pt x="2283246" y="0"/>
                </a:lnTo>
                <a:lnTo>
                  <a:pt x="2283246" y="4833937"/>
                </a:lnTo>
                <a:lnTo>
                  <a:pt x="0" y="4833937"/>
                </a:lnTo>
                <a:close/>
              </a:path>
            </a:pathLst>
          </a:cu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0_Custom Layout">
  <p:cSld name="10_Custom Layout">
    <p:spTree>
      <p:nvGrpSpPr>
        <p:cNvPr id="1" name="Shape 31"/>
        <p:cNvGrpSpPr/>
        <p:nvPr/>
      </p:nvGrpSpPr>
      <p:grpSpPr>
        <a:xfrm>
          <a:off x="0" y="0"/>
          <a:ext cx="0" cy="0"/>
          <a:chOff x="0" y="0"/>
          <a:chExt cx="0" cy="0"/>
        </a:xfrm>
      </p:grpSpPr>
      <p:pic>
        <p:nvPicPr>
          <p:cNvPr id="32" name="Google Shape;32;p11"/>
          <p:cNvPicPr preferRelativeResize="0"/>
          <p:nvPr/>
        </p:nvPicPr>
        <p:blipFill rotWithShape="1">
          <a:blip r:embed="rId2">
            <a:alphaModFix/>
          </a:blip>
          <a:srcRect l="33900" r="33899"/>
          <a:stretch/>
        </p:blipFill>
        <p:spPr>
          <a:xfrm>
            <a:off x="0" y="549275"/>
            <a:ext cx="3298825" cy="5762625"/>
          </a:xfrm>
          <a:custGeom>
            <a:avLst/>
            <a:gdLst/>
            <a:ahLst/>
            <a:cxnLst/>
            <a:rect l="l" t="t" r="r" b="b"/>
            <a:pathLst>
              <a:path w="2589415" h="4257654" extrusionOk="0">
                <a:moveTo>
                  <a:pt x="0" y="0"/>
                </a:moveTo>
                <a:lnTo>
                  <a:pt x="2589415" y="0"/>
                </a:lnTo>
                <a:lnTo>
                  <a:pt x="2589415" y="4257654"/>
                </a:lnTo>
                <a:lnTo>
                  <a:pt x="0" y="4257654"/>
                </a:lnTo>
                <a:close/>
              </a:path>
            </a:pathLst>
          </a:custGeom>
          <a:noFill/>
          <a:ln>
            <a:noFill/>
          </a:ln>
        </p:spPr>
      </p:pic>
      <p:pic>
        <p:nvPicPr>
          <p:cNvPr id="33" name="Google Shape;33;p11"/>
          <p:cNvPicPr preferRelativeResize="0"/>
          <p:nvPr/>
        </p:nvPicPr>
        <p:blipFill rotWithShape="1">
          <a:blip r:embed="rId2">
            <a:alphaModFix/>
          </a:blip>
          <a:srcRect l="29654" r="29654"/>
          <a:stretch/>
        </p:blipFill>
        <p:spPr>
          <a:xfrm>
            <a:off x="3441700" y="546100"/>
            <a:ext cx="2590800" cy="3581400"/>
          </a:xfrm>
          <a:custGeom>
            <a:avLst/>
            <a:gdLst/>
            <a:ahLst/>
            <a:cxnLst/>
            <a:rect l="l" t="t" r="r" b="b"/>
            <a:pathLst>
              <a:path w="2589415" h="2072772" extrusionOk="0">
                <a:moveTo>
                  <a:pt x="0" y="0"/>
                </a:moveTo>
                <a:lnTo>
                  <a:pt x="2589415" y="0"/>
                </a:lnTo>
                <a:lnTo>
                  <a:pt x="2589415" y="2072772"/>
                </a:lnTo>
                <a:lnTo>
                  <a:pt x="0" y="2072772"/>
                </a:lnTo>
                <a:close/>
              </a:path>
            </a:pathLst>
          </a:custGeom>
          <a:noFill/>
          <a:ln>
            <a:noFill/>
          </a:ln>
        </p:spPr>
      </p:pic>
      <p:pic>
        <p:nvPicPr>
          <p:cNvPr id="34" name="Google Shape;34;p11"/>
          <p:cNvPicPr preferRelativeResize="0"/>
          <p:nvPr/>
        </p:nvPicPr>
        <p:blipFill rotWithShape="1">
          <a:blip r:embed="rId2">
            <a:alphaModFix/>
          </a:blip>
          <a:srcRect l="14854" r="14854"/>
          <a:stretch/>
        </p:blipFill>
        <p:spPr>
          <a:xfrm>
            <a:off x="3441700" y="4238625"/>
            <a:ext cx="2590800" cy="2073275"/>
          </a:xfrm>
          <a:custGeom>
            <a:avLst/>
            <a:gdLst/>
            <a:ahLst/>
            <a:cxnLst/>
            <a:rect l="l" t="t" r="r" b="b"/>
            <a:pathLst>
              <a:path w="2589415" h="2072772" extrusionOk="0">
                <a:moveTo>
                  <a:pt x="0" y="0"/>
                </a:moveTo>
                <a:lnTo>
                  <a:pt x="2589415" y="0"/>
                </a:lnTo>
                <a:lnTo>
                  <a:pt x="2589415" y="2072772"/>
                </a:lnTo>
                <a:lnTo>
                  <a:pt x="0" y="2072772"/>
                </a:lnTo>
                <a:close/>
              </a:path>
            </a:pathLst>
          </a:custGeom>
          <a:noFill/>
          <a:ln>
            <a:noFill/>
          </a:ln>
        </p:spPr>
      </p:pic>
      <p:pic>
        <p:nvPicPr>
          <p:cNvPr id="35" name="Google Shape;35;p11"/>
          <p:cNvPicPr preferRelativeResize="0"/>
          <p:nvPr/>
        </p:nvPicPr>
        <p:blipFill rotWithShape="1">
          <a:blip r:embed="rId2">
            <a:alphaModFix/>
          </a:blip>
          <a:srcRect l="14876" r="14876"/>
          <a:stretch/>
        </p:blipFill>
        <p:spPr>
          <a:xfrm>
            <a:off x="6175375" y="4238625"/>
            <a:ext cx="2589213" cy="2073275"/>
          </a:xfrm>
          <a:custGeom>
            <a:avLst/>
            <a:gdLst/>
            <a:ahLst/>
            <a:cxnLst/>
            <a:rect l="l" t="t" r="r" b="b"/>
            <a:pathLst>
              <a:path w="2589415" h="2072772" extrusionOk="0">
                <a:moveTo>
                  <a:pt x="0" y="0"/>
                </a:moveTo>
                <a:lnTo>
                  <a:pt x="2589415" y="0"/>
                </a:lnTo>
                <a:lnTo>
                  <a:pt x="2589415" y="2072772"/>
                </a:lnTo>
                <a:lnTo>
                  <a:pt x="0" y="2072772"/>
                </a:lnTo>
                <a:close/>
              </a:path>
            </a:pathLst>
          </a:custGeom>
          <a:noFill/>
          <a:ln>
            <a:noFill/>
          </a:ln>
        </p:spPr>
      </p:pic>
      <p:pic>
        <p:nvPicPr>
          <p:cNvPr id="36" name="Google Shape;36;p11"/>
          <p:cNvPicPr preferRelativeResize="0"/>
          <p:nvPr/>
        </p:nvPicPr>
        <p:blipFill rotWithShape="1">
          <a:blip r:embed="rId2">
            <a:alphaModFix/>
          </a:blip>
          <a:srcRect l="9832" r="9832"/>
          <a:stretch/>
        </p:blipFill>
        <p:spPr>
          <a:xfrm>
            <a:off x="6175375" y="2314575"/>
            <a:ext cx="2589213" cy="1812925"/>
          </a:xfrm>
          <a:custGeom>
            <a:avLst/>
            <a:gdLst/>
            <a:ahLst/>
            <a:cxnLst/>
            <a:rect l="l" t="t" r="r" b="b"/>
            <a:pathLst>
              <a:path w="2589415" h="2072772" extrusionOk="0">
                <a:moveTo>
                  <a:pt x="0" y="0"/>
                </a:moveTo>
                <a:lnTo>
                  <a:pt x="2589415" y="0"/>
                </a:lnTo>
                <a:lnTo>
                  <a:pt x="2589415" y="2072772"/>
                </a:lnTo>
                <a:lnTo>
                  <a:pt x="0" y="2072772"/>
                </a:lnTo>
                <a:close/>
              </a:path>
            </a:pathLst>
          </a:custGeom>
          <a:noFill/>
          <a:ln>
            <a:noFill/>
          </a:ln>
        </p:spPr>
      </p:pic>
      <p:pic>
        <p:nvPicPr>
          <p:cNvPr id="37" name="Google Shape;37;p11"/>
          <p:cNvPicPr preferRelativeResize="0"/>
          <p:nvPr/>
        </p:nvPicPr>
        <p:blipFill rotWithShape="1">
          <a:blip r:embed="rId2">
            <a:alphaModFix/>
          </a:blip>
          <a:srcRect l="31781" r="31781"/>
          <a:stretch/>
        </p:blipFill>
        <p:spPr>
          <a:xfrm>
            <a:off x="8907463" y="2314575"/>
            <a:ext cx="2589212" cy="3997325"/>
          </a:xfrm>
          <a:custGeom>
            <a:avLst/>
            <a:gdLst/>
            <a:ahLst/>
            <a:cxnLst/>
            <a:rect l="l" t="t" r="r" b="b"/>
            <a:pathLst>
              <a:path w="2589415" h="4257654" extrusionOk="0">
                <a:moveTo>
                  <a:pt x="0" y="0"/>
                </a:moveTo>
                <a:lnTo>
                  <a:pt x="2589415" y="0"/>
                </a:lnTo>
                <a:lnTo>
                  <a:pt x="2589415" y="4257654"/>
                </a:lnTo>
                <a:lnTo>
                  <a:pt x="0" y="4257654"/>
                </a:lnTo>
                <a:close/>
              </a:path>
            </a:pathLst>
          </a:cu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1_Custom Layout">
  <p:cSld name="11_Custom Layout">
    <p:spTree>
      <p:nvGrpSpPr>
        <p:cNvPr id="1" name="Shape 38"/>
        <p:cNvGrpSpPr/>
        <p:nvPr/>
      </p:nvGrpSpPr>
      <p:grpSpPr>
        <a:xfrm>
          <a:off x="0" y="0"/>
          <a:ext cx="0" cy="0"/>
          <a:chOff x="0" y="0"/>
          <a:chExt cx="0" cy="0"/>
        </a:xfrm>
      </p:grpSpPr>
      <p:pic>
        <p:nvPicPr>
          <p:cNvPr id="39" name="Google Shape;39;p12"/>
          <p:cNvPicPr preferRelativeResize="0"/>
          <p:nvPr/>
        </p:nvPicPr>
        <p:blipFill rotWithShape="1">
          <a:blip r:embed="rId2">
            <a:alphaModFix/>
          </a:blip>
          <a:srcRect l="27919" r="27919"/>
          <a:stretch/>
        </p:blipFill>
        <p:spPr>
          <a:xfrm>
            <a:off x="7248525" y="1550988"/>
            <a:ext cx="3735388" cy="4757737"/>
          </a:xfrm>
          <a:custGeom>
            <a:avLst/>
            <a:gdLst/>
            <a:ahLst/>
            <a:cxnLst/>
            <a:rect l="l" t="t" r="r" b="b"/>
            <a:pathLst>
              <a:path w="2600609" h="4334050" extrusionOk="0">
                <a:moveTo>
                  <a:pt x="0" y="0"/>
                </a:moveTo>
                <a:lnTo>
                  <a:pt x="2600609" y="0"/>
                </a:lnTo>
                <a:lnTo>
                  <a:pt x="2600609" y="4334050"/>
                </a:lnTo>
                <a:lnTo>
                  <a:pt x="0" y="4334050"/>
                </a:lnTo>
                <a:close/>
              </a:path>
            </a:pathLst>
          </a:cu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2_Custom Layout">
  <p:cSld name="12_Custom Layout">
    <p:spTree>
      <p:nvGrpSpPr>
        <p:cNvPr id="1" name="Shape 40"/>
        <p:cNvGrpSpPr/>
        <p:nvPr/>
      </p:nvGrpSpPr>
      <p:grpSpPr>
        <a:xfrm>
          <a:off x="0" y="0"/>
          <a:ext cx="0" cy="0"/>
          <a:chOff x="0" y="0"/>
          <a:chExt cx="0" cy="0"/>
        </a:xfrm>
      </p:grpSpPr>
      <p:pic>
        <p:nvPicPr>
          <p:cNvPr id="41" name="Google Shape;41;p13"/>
          <p:cNvPicPr preferRelativeResize="0"/>
          <p:nvPr/>
        </p:nvPicPr>
        <p:blipFill rotWithShape="1">
          <a:blip r:embed="rId2">
            <a:alphaModFix/>
          </a:blip>
          <a:srcRect l="21875" r="21874"/>
          <a:stretch/>
        </p:blipFill>
        <p:spPr>
          <a:xfrm>
            <a:off x="1138238" y="2668588"/>
            <a:ext cx="1450975" cy="1450975"/>
          </a:xfrm>
          <a:custGeom>
            <a:avLst/>
            <a:gdLst/>
            <a:ahLst/>
            <a:cxnLst/>
            <a:rect l="l" t="t" r="r" b="b"/>
            <a:pathLst>
              <a:path w="1451120" h="1451120" extrusionOk="0">
                <a:moveTo>
                  <a:pt x="725560" y="0"/>
                </a:moveTo>
                <a:cubicBezTo>
                  <a:pt x="1126276" y="0"/>
                  <a:pt x="1451120" y="324844"/>
                  <a:pt x="1451120" y="725560"/>
                </a:cubicBezTo>
                <a:cubicBezTo>
                  <a:pt x="1451120" y="1126276"/>
                  <a:pt x="1126276" y="1451120"/>
                  <a:pt x="725560" y="1451120"/>
                </a:cubicBezTo>
                <a:cubicBezTo>
                  <a:pt x="324844" y="1451120"/>
                  <a:pt x="0" y="1126276"/>
                  <a:pt x="0" y="725560"/>
                </a:cubicBezTo>
                <a:cubicBezTo>
                  <a:pt x="0" y="324844"/>
                  <a:pt x="324844" y="0"/>
                  <a:pt x="725560" y="0"/>
                </a:cubicBezTo>
                <a:close/>
              </a:path>
            </a:pathLst>
          </a:custGeom>
          <a:noFill/>
          <a:ln>
            <a:noFill/>
          </a:ln>
        </p:spPr>
      </p:pic>
      <p:pic>
        <p:nvPicPr>
          <p:cNvPr id="42" name="Google Shape;42;p13"/>
          <p:cNvPicPr preferRelativeResize="0"/>
          <p:nvPr/>
        </p:nvPicPr>
        <p:blipFill rotWithShape="1">
          <a:blip r:embed="rId2">
            <a:alphaModFix/>
          </a:blip>
          <a:srcRect l="21875" r="21874"/>
          <a:stretch/>
        </p:blipFill>
        <p:spPr>
          <a:xfrm>
            <a:off x="3870325" y="2668588"/>
            <a:ext cx="1450975" cy="1450975"/>
          </a:xfrm>
          <a:custGeom>
            <a:avLst/>
            <a:gdLst/>
            <a:ahLst/>
            <a:cxnLst/>
            <a:rect l="l" t="t" r="r" b="b"/>
            <a:pathLst>
              <a:path w="1451120" h="1451120" extrusionOk="0">
                <a:moveTo>
                  <a:pt x="725560" y="0"/>
                </a:moveTo>
                <a:cubicBezTo>
                  <a:pt x="1126276" y="0"/>
                  <a:pt x="1451120" y="324844"/>
                  <a:pt x="1451120" y="725560"/>
                </a:cubicBezTo>
                <a:cubicBezTo>
                  <a:pt x="1451120" y="1126276"/>
                  <a:pt x="1126276" y="1451120"/>
                  <a:pt x="725560" y="1451120"/>
                </a:cubicBezTo>
                <a:cubicBezTo>
                  <a:pt x="324844" y="1451120"/>
                  <a:pt x="0" y="1126276"/>
                  <a:pt x="0" y="725560"/>
                </a:cubicBezTo>
                <a:cubicBezTo>
                  <a:pt x="0" y="324844"/>
                  <a:pt x="324844" y="0"/>
                  <a:pt x="725560" y="0"/>
                </a:cubicBezTo>
                <a:close/>
              </a:path>
            </a:pathLst>
          </a:custGeom>
          <a:noFill/>
          <a:ln>
            <a:noFill/>
          </a:ln>
        </p:spPr>
      </p:pic>
      <p:pic>
        <p:nvPicPr>
          <p:cNvPr id="43" name="Google Shape;43;p13"/>
          <p:cNvPicPr preferRelativeResize="0"/>
          <p:nvPr/>
        </p:nvPicPr>
        <p:blipFill rotWithShape="1">
          <a:blip r:embed="rId2">
            <a:alphaModFix/>
          </a:blip>
          <a:srcRect l="21875" r="21874"/>
          <a:stretch/>
        </p:blipFill>
        <p:spPr>
          <a:xfrm>
            <a:off x="6604000" y="2668588"/>
            <a:ext cx="1450975" cy="1450975"/>
          </a:xfrm>
          <a:custGeom>
            <a:avLst/>
            <a:gdLst/>
            <a:ahLst/>
            <a:cxnLst/>
            <a:rect l="l" t="t" r="r" b="b"/>
            <a:pathLst>
              <a:path w="1451120" h="1451120" extrusionOk="0">
                <a:moveTo>
                  <a:pt x="725560" y="0"/>
                </a:moveTo>
                <a:cubicBezTo>
                  <a:pt x="1126276" y="0"/>
                  <a:pt x="1451120" y="324844"/>
                  <a:pt x="1451120" y="725560"/>
                </a:cubicBezTo>
                <a:cubicBezTo>
                  <a:pt x="1451120" y="1126276"/>
                  <a:pt x="1126276" y="1451120"/>
                  <a:pt x="725560" y="1451120"/>
                </a:cubicBezTo>
                <a:cubicBezTo>
                  <a:pt x="324844" y="1451120"/>
                  <a:pt x="0" y="1126276"/>
                  <a:pt x="0" y="725560"/>
                </a:cubicBezTo>
                <a:cubicBezTo>
                  <a:pt x="0" y="324844"/>
                  <a:pt x="324844" y="0"/>
                  <a:pt x="725560" y="0"/>
                </a:cubicBezTo>
                <a:close/>
              </a:path>
            </a:pathLst>
          </a:custGeom>
          <a:noFill/>
          <a:ln>
            <a:noFill/>
          </a:ln>
        </p:spPr>
      </p:pic>
      <p:pic>
        <p:nvPicPr>
          <p:cNvPr id="44" name="Google Shape;44;p13"/>
          <p:cNvPicPr preferRelativeResize="0"/>
          <p:nvPr/>
        </p:nvPicPr>
        <p:blipFill rotWithShape="1">
          <a:blip r:embed="rId2">
            <a:alphaModFix/>
          </a:blip>
          <a:srcRect l="21844" r="21843"/>
          <a:stretch/>
        </p:blipFill>
        <p:spPr>
          <a:xfrm>
            <a:off x="9336088" y="2668588"/>
            <a:ext cx="1452562" cy="1450975"/>
          </a:xfrm>
          <a:custGeom>
            <a:avLst/>
            <a:gdLst/>
            <a:ahLst/>
            <a:cxnLst/>
            <a:rect l="l" t="t" r="r" b="b"/>
            <a:pathLst>
              <a:path w="1451120" h="1451120" extrusionOk="0">
                <a:moveTo>
                  <a:pt x="725560" y="0"/>
                </a:moveTo>
                <a:cubicBezTo>
                  <a:pt x="1126276" y="0"/>
                  <a:pt x="1451120" y="324844"/>
                  <a:pt x="1451120" y="725560"/>
                </a:cubicBezTo>
                <a:cubicBezTo>
                  <a:pt x="1451120" y="1126276"/>
                  <a:pt x="1126276" y="1451120"/>
                  <a:pt x="725560" y="1451120"/>
                </a:cubicBezTo>
                <a:cubicBezTo>
                  <a:pt x="324844" y="1451120"/>
                  <a:pt x="0" y="1126276"/>
                  <a:pt x="0" y="725560"/>
                </a:cubicBezTo>
                <a:cubicBezTo>
                  <a:pt x="0" y="324844"/>
                  <a:pt x="324844" y="0"/>
                  <a:pt x="725560" y="0"/>
                </a:cubicBezTo>
                <a:close/>
              </a:path>
            </a:pathLst>
          </a:cu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5"/>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3_Custom Layout">
  <p:cSld name="13_Custom Layout">
    <p:spTree>
      <p:nvGrpSpPr>
        <p:cNvPr id="1" name="Shape 46"/>
        <p:cNvGrpSpPr/>
        <p:nvPr/>
      </p:nvGrpSpPr>
      <p:grpSpPr>
        <a:xfrm>
          <a:off x="0" y="0"/>
          <a:ext cx="0" cy="0"/>
          <a:chOff x="0" y="0"/>
          <a:chExt cx="0" cy="0"/>
        </a:xfrm>
      </p:grpSpPr>
      <p:pic>
        <p:nvPicPr>
          <p:cNvPr id="47" name="Google Shape;47;p15"/>
          <p:cNvPicPr preferRelativeResize="0"/>
          <p:nvPr/>
        </p:nvPicPr>
        <p:blipFill rotWithShape="1">
          <a:blip r:embed="rId2">
            <a:alphaModFix/>
          </a:blip>
          <a:srcRect l="6989" r="6989"/>
          <a:stretch/>
        </p:blipFill>
        <p:spPr>
          <a:xfrm>
            <a:off x="0" y="2871788"/>
            <a:ext cx="6096000" cy="3986212"/>
          </a:xfrm>
          <a:custGeom>
            <a:avLst/>
            <a:gdLst/>
            <a:ahLst/>
            <a:cxnLst/>
            <a:rect l="l" t="t" r="r" b="b"/>
            <a:pathLst>
              <a:path w="12192000" h="2733800" extrusionOk="0">
                <a:moveTo>
                  <a:pt x="0" y="0"/>
                </a:moveTo>
                <a:lnTo>
                  <a:pt x="12192000" y="0"/>
                </a:lnTo>
                <a:lnTo>
                  <a:pt x="12192000" y="2733800"/>
                </a:lnTo>
                <a:lnTo>
                  <a:pt x="0" y="2733800"/>
                </a:lnTo>
                <a:close/>
              </a:path>
            </a:pathLst>
          </a:cu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4_Custom Layout">
  <p:cSld name="14_Custom Layout">
    <p:spTree>
      <p:nvGrpSpPr>
        <p:cNvPr id="1" name="Shape 48"/>
        <p:cNvGrpSpPr/>
        <p:nvPr/>
      </p:nvGrpSpPr>
      <p:grpSpPr>
        <a:xfrm>
          <a:off x="0" y="0"/>
          <a:ext cx="0" cy="0"/>
          <a:chOff x="0" y="0"/>
          <a:chExt cx="0" cy="0"/>
        </a:xfrm>
      </p:grpSpPr>
      <p:pic>
        <p:nvPicPr>
          <p:cNvPr id="49" name="Google Shape;49;p16"/>
          <p:cNvPicPr preferRelativeResize="0"/>
          <p:nvPr/>
        </p:nvPicPr>
        <p:blipFill rotWithShape="1">
          <a:blip r:embed="rId2">
            <a:alphaModFix/>
          </a:blip>
          <a:srcRect l="36503" r="36503"/>
          <a:stretch/>
        </p:blipFill>
        <p:spPr>
          <a:xfrm>
            <a:off x="2859088" y="1336675"/>
            <a:ext cx="2252662" cy="4694238"/>
          </a:xfrm>
          <a:custGeom>
            <a:avLst/>
            <a:gdLst/>
            <a:ahLst/>
            <a:cxnLst/>
            <a:rect l="l" t="t" r="r" b="b"/>
            <a:pathLst>
              <a:path w="2252869" h="4694683" extrusionOk="0">
                <a:moveTo>
                  <a:pt x="295982" y="0"/>
                </a:moveTo>
                <a:lnTo>
                  <a:pt x="1956887" y="0"/>
                </a:lnTo>
                <a:cubicBezTo>
                  <a:pt x="2120353" y="0"/>
                  <a:pt x="2252869" y="132516"/>
                  <a:pt x="2252869" y="295982"/>
                </a:cubicBezTo>
                <a:lnTo>
                  <a:pt x="2252869" y="4398701"/>
                </a:lnTo>
                <a:cubicBezTo>
                  <a:pt x="2252869" y="4562167"/>
                  <a:pt x="2120353" y="4694683"/>
                  <a:pt x="1956887" y="4694683"/>
                </a:cubicBezTo>
                <a:lnTo>
                  <a:pt x="295982" y="4694683"/>
                </a:lnTo>
                <a:cubicBezTo>
                  <a:pt x="132516" y="4694683"/>
                  <a:pt x="0" y="4562167"/>
                  <a:pt x="0" y="4398701"/>
                </a:cubicBezTo>
                <a:lnTo>
                  <a:pt x="0" y="295982"/>
                </a:lnTo>
                <a:cubicBezTo>
                  <a:pt x="0" y="132516"/>
                  <a:pt x="132516" y="0"/>
                  <a:pt x="295982" y="0"/>
                </a:cubicBezTo>
                <a:close/>
              </a:path>
            </a:pathLst>
          </a:custGeom>
          <a:noFill/>
          <a:ln>
            <a:noFill/>
          </a:ln>
        </p:spPr>
      </p:pic>
      <p:pic>
        <p:nvPicPr>
          <p:cNvPr id="50" name="Google Shape;50;p16"/>
          <p:cNvPicPr preferRelativeResize="0"/>
          <p:nvPr/>
        </p:nvPicPr>
        <p:blipFill rotWithShape="1">
          <a:blip r:embed="rId3">
            <a:alphaModFix/>
          </a:blip>
          <a:srcRect/>
          <a:stretch/>
        </p:blipFill>
        <p:spPr>
          <a:xfrm>
            <a:off x="2671014" y="1138817"/>
            <a:ext cx="2607062" cy="5214338"/>
          </a:xfrm>
          <a:prstGeom prst="rect">
            <a:avLst/>
          </a:prstGeom>
          <a:noFill/>
          <a:ln>
            <a:noFill/>
          </a:ln>
        </p:spPr>
      </p:pic>
      <p:pic>
        <p:nvPicPr>
          <p:cNvPr id="51" name="Google Shape;51;p16"/>
          <p:cNvPicPr preferRelativeResize="0"/>
          <p:nvPr/>
        </p:nvPicPr>
        <p:blipFill rotWithShape="1">
          <a:blip r:embed="rId2">
            <a:alphaModFix/>
          </a:blip>
          <a:srcRect l="31376" r="31376"/>
          <a:stretch/>
        </p:blipFill>
        <p:spPr>
          <a:xfrm>
            <a:off x="506413" y="2055813"/>
            <a:ext cx="2647950" cy="3998912"/>
          </a:xfrm>
          <a:custGeom>
            <a:avLst/>
            <a:gdLst/>
            <a:ahLst/>
            <a:cxnLst/>
            <a:rect l="l" t="t" r="r" b="b"/>
            <a:pathLst>
              <a:path w="2648038" h="3999749" extrusionOk="0">
                <a:moveTo>
                  <a:pt x="1608047" y="1945"/>
                </a:moveTo>
                <a:cubicBezTo>
                  <a:pt x="1687164" y="12961"/>
                  <a:pt x="1755882" y="69967"/>
                  <a:pt x="1777858" y="151979"/>
                </a:cubicBezTo>
                <a:lnTo>
                  <a:pt x="2641003" y="3373282"/>
                </a:lnTo>
                <a:cubicBezTo>
                  <a:pt x="2670303" y="3482631"/>
                  <a:pt x="2605410" y="3595030"/>
                  <a:pt x="2496060" y="3624330"/>
                </a:cubicBezTo>
                <a:lnTo>
                  <a:pt x="1121230" y="3992714"/>
                </a:lnTo>
                <a:cubicBezTo>
                  <a:pt x="1011881" y="4022015"/>
                  <a:pt x="899482" y="3957121"/>
                  <a:pt x="870182" y="3847772"/>
                </a:cubicBezTo>
                <a:lnTo>
                  <a:pt x="7036" y="626469"/>
                </a:lnTo>
                <a:cubicBezTo>
                  <a:pt x="-22264" y="517119"/>
                  <a:pt x="42630" y="404721"/>
                  <a:pt x="151979" y="375421"/>
                </a:cubicBezTo>
                <a:lnTo>
                  <a:pt x="1526809" y="7036"/>
                </a:lnTo>
                <a:cubicBezTo>
                  <a:pt x="1554147" y="-289"/>
                  <a:pt x="1581675" y="-1727"/>
                  <a:pt x="1608047" y="1945"/>
                </a:cubicBezTo>
                <a:close/>
              </a:path>
            </a:pathLst>
          </a:custGeom>
          <a:noFill/>
          <a:ln>
            <a:noFill/>
          </a:ln>
        </p:spPr>
      </p:pic>
      <p:pic>
        <p:nvPicPr>
          <p:cNvPr id="52" name="Google Shape;52;p16"/>
          <p:cNvPicPr preferRelativeResize="0"/>
          <p:nvPr/>
        </p:nvPicPr>
        <p:blipFill rotWithShape="1">
          <a:blip r:embed="rId3">
            <a:alphaModFix/>
          </a:blip>
          <a:srcRect/>
          <a:stretch/>
        </p:blipFill>
        <p:spPr>
          <a:xfrm rot="-900000">
            <a:off x="792080" y="2020121"/>
            <a:ext cx="2082565" cy="4165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16_Custom Layout">
  <p:cSld name="16_Custom Layout">
    <p:spTree>
      <p:nvGrpSpPr>
        <p:cNvPr id="1" name="Shape 53"/>
        <p:cNvGrpSpPr/>
        <p:nvPr/>
      </p:nvGrpSpPr>
      <p:grpSpPr>
        <a:xfrm>
          <a:off x="0" y="0"/>
          <a:ext cx="0" cy="0"/>
          <a:chOff x="0" y="0"/>
          <a:chExt cx="0" cy="0"/>
        </a:xfrm>
      </p:grpSpPr>
      <p:pic>
        <p:nvPicPr>
          <p:cNvPr id="54" name="Google Shape;54;p17"/>
          <p:cNvPicPr preferRelativeResize="0"/>
          <p:nvPr/>
        </p:nvPicPr>
        <p:blipFill rotWithShape="1">
          <a:blip r:embed="rId2">
            <a:alphaModFix/>
          </a:blip>
          <a:srcRect l="17696" r="17697"/>
          <a:stretch/>
        </p:blipFill>
        <p:spPr>
          <a:xfrm>
            <a:off x="6096000" y="1606550"/>
            <a:ext cx="5400675" cy="4702175"/>
          </a:xfrm>
          <a:custGeom>
            <a:avLst/>
            <a:gdLst/>
            <a:ahLst/>
            <a:cxnLst/>
            <a:rect l="l" t="t" r="r" b="b"/>
            <a:pathLst>
              <a:path w="5400675" h="4702628" extrusionOk="0">
                <a:moveTo>
                  <a:pt x="0" y="0"/>
                </a:moveTo>
                <a:lnTo>
                  <a:pt x="5400675" y="0"/>
                </a:lnTo>
                <a:lnTo>
                  <a:pt x="5400675" y="4702628"/>
                </a:lnTo>
                <a:lnTo>
                  <a:pt x="0" y="4702628"/>
                </a:lnTo>
                <a:close/>
              </a:path>
            </a:pathLst>
          </a:cu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Custom Layout">
  <p:cSld name="Custom Layout">
    <p:spTree>
      <p:nvGrpSpPr>
        <p:cNvPr id="1" name="Shape 58"/>
        <p:cNvGrpSpPr/>
        <p:nvPr/>
      </p:nvGrpSpPr>
      <p:grpSpPr>
        <a:xfrm>
          <a:off x="0" y="0"/>
          <a:ext cx="0" cy="0"/>
          <a:chOff x="0" y="0"/>
          <a:chExt cx="0" cy="0"/>
        </a:xfrm>
      </p:grpSpPr>
      <p:sp>
        <p:nvSpPr>
          <p:cNvPr id="59" name="Google Shape;59;p19"/>
          <p:cNvSpPr/>
          <p:nvPr/>
        </p:nvSpPr>
        <p:spPr>
          <a:xfrm>
            <a:off x="8915400" y="0"/>
            <a:ext cx="3276600" cy="6858000"/>
          </a:xfrm>
          <a:prstGeom prst="rect">
            <a:avLst/>
          </a:prstGeom>
          <a:gradFill>
            <a:gsLst>
              <a:gs pos="0">
                <a:schemeClr val="accent1"/>
              </a:gs>
              <a:gs pos="100000">
                <a:schemeClr val="accent2"/>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pic>
        <p:nvPicPr>
          <p:cNvPr id="60" name="Google Shape;60;p19"/>
          <p:cNvPicPr preferRelativeResize="0"/>
          <p:nvPr/>
        </p:nvPicPr>
        <p:blipFill rotWithShape="1">
          <a:blip r:embed="rId2">
            <a:alphaModFix/>
          </a:blip>
          <a:srcRect l="27015" r="27015"/>
          <a:stretch/>
        </p:blipFill>
        <p:spPr>
          <a:xfrm>
            <a:off x="8247063" y="2128838"/>
            <a:ext cx="3357562" cy="410845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61"/>
        <p:cNvGrpSpPr/>
        <p:nvPr/>
      </p:nvGrpSpPr>
      <p:grpSpPr>
        <a:xfrm>
          <a:off x="0" y="0"/>
          <a:ext cx="0" cy="0"/>
          <a:chOff x="0" y="0"/>
          <a:chExt cx="0" cy="0"/>
        </a:xfrm>
      </p:grpSpPr>
      <p:pic>
        <p:nvPicPr>
          <p:cNvPr id="62" name="Google Shape;62;p20"/>
          <p:cNvPicPr preferRelativeResize="0"/>
          <p:nvPr/>
        </p:nvPicPr>
        <p:blipFill rotWithShape="1">
          <a:blip r:embed="rId2">
            <a:alphaModFix/>
          </a:blip>
          <a:srcRect l="18467" r="18466"/>
          <a:stretch/>
        </p:blipFill>
        <p:spPr>
          <a:xfrm>
            <a:off x="7874000" y="584200"/>
            <a:ext cx="3730625" cy="3327400"/>
          </a:xfrm>
          <a:prstGeom prst="rect">
            <a:avLst/>
          </a:prstGeom>
          <a:noFill/>
          <a:ln>
            <a:noFill/>
          </a:ln>
        </p:spPr>
      </p:pic>
      <p:pic>
        <p:nvPicPr>
          <p:cNvPr id="63" name="Google Shape;63;p20"/>
          <p:cNvPicPr preferRelativeResize="0"/>
          <p:nvPr/>
        </p:nvPicPr>
        <p:blipFill rotWithShape="1">
          <a:blip r:embed="rId2">
            <a:alphaModFix/>
          </a:blip>
          <a:srcRect l="12275" r="12275"/>
          <a:stretch/>
        </p:blipFill>
        <p:spPr>
          <a:xfrm>
            <a:off x="7874000" y="4076700"/>
            <a:ext cx="3730625" cy="27813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64"/>
        <p:cNvGrpSpPr/>
        <p:nvPr/>
      </p:nvGrpSpPr>
      <p:grpSpPr>
        <a:xfrm>
          <a:off x="0" y="0"/>
          <a:ext cx="0" cy="0"/>
          <a:chOff x="0" y="0"/>
          <a:chExt cx="0" cy="0"/>
        </a:xfrm>
      </p:grpSpPr>
      <p:sp>
        <p:nvSpPr>
          <p:cNvPr id="65" name="Google Shape;65;p21"/>
          <p:cNvSpPr txBox="1"/>
          <p:nvPr/>
        </p:nvSpPr>
        <p:spPr>
          <a:xfrm>
            <a:off x="11329060" y="509451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Manrope"/>
              <a:ea typeface="Manrope"/>
              <a:cs typeface="Manrope"/>
              <a:sym typeface="Manrope"/>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66"/>
        <p:cNvGrpSpPr/>
        <p:nvPr/>
      </p:nvGrpSpPr>
      <p:grpSpPr>
        <a:xfrm>
          <a:off x="0" y="0"/>
          <a:ext cx="0" cy="0"/>
          <a:chOff x="0" y="0"/>
          <a:chExt cx="0" cy="0"/>
        </a:xfrm>
      </p:grpSpPr>
      <p:pic>
        <p:nvPicPr>
          <p:cNvPr id="67" name="Google Shape;67;p22"/>
          <p:cNvPicPr preferRelativeResize="0"/>
          <p:nvPr/>
        </p:nvPicPr>
        <p:blipFill rotWithShape="1">
          <a:blip r:embed="rId2">
            <a:alphaModFix/>
          </a:blip>
          <a:srcRect l="4972" r="4971"/>
          <a:stretch/>
        </p:blipFill>
        <p:spPr>
          <a:xfrm>
            <a:off x="7050088" y="584200"/>
            <a:ext cx="4554537" cy="28448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68"/>
        <p:cNvGrpSpPr/>
        <p:nvPr/>
      </p:nvGrpSpPr>
      <p:grpSpPr>
        <a:xfrm>
          <a:off x="0" y="0"/>
          <a:ext cx="0" cy="0"/>
          <a:chOff x="0" y="0"/>
          <a:chExt cx="0" cy="0"/>
        </a:xfrm>
      </p:grpSpPr>
      <p:pic>
        <p:nvPicPr>
          <p:cNvPr id="69" name="Google Shape;69;p23"/>
          <p:cNvPicPr preferRelativeResize="0"/>
          <p:nvPr/>
        </p:nvPicPr>
        <p:blipFill rotWithShape="1">
          <a:blip r:embed="rId2">
            <a:alphaModFix/>
          </a:blip>
          <a:srcRect t="31812" b="31812"/>
          <a:stretch/>
        </p:blipFill>
        <p:spPr>
          <a:xfrm>
            <a:off x="587375" y="2554288"/>
            <a:ext cx="11017250" cy="225425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6_Custom Layout">
  <p:cSld name="6_Custom Layout">
    <p:spTree>
      <p:nvGrpSpPr>
        <p:cNvPr id="1" name="Shape 70"/>
        <p:cNvGrpSpPr/>
        <p:nvPr/>
      </p:nvGrpSpPr>
      <p:grpSpPr>
        <a:xfrm>
          <a:off x="0" y="0"/>
          <a:ext cx="0" cy="0"/>
          <a:chOff x="0" y="0"/>
          <a:chExt cx="0" cy="0"/>
        </a:xfrm>
      </p:grpSpPr>
      <p:pic>
        <p:nvPicPr>
          <p:cNvPr id="71" name="Google Shape;71;p24"/>
          <p:cNvPicPr preferRelativeResize="0"/>
          <p:nvPr/>
        </p:nvPicPr>
        <p:blipFill rotWithShape="1">
          <a:blip r:embed="rId2">
            <a:alphaModFix/>
          </a:blip>
          <a:srcRect t="10012" b="10012"/>
          <a:stretch/>
        </p:blipFill>
        <p:spPr>
          <a:xfrm>
            <a:off x="587375" y="584200"/>
            <a:ext cx="5508625" cy="2478088"/>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7_Custom Layout">
  <p:cSld name="7_Custom Layout">
    <p:spTree>
      <p:nvGrpSpPr>
        <p:cNvPr id="1" name="Shape 72"/>
        <p:cNvGrpSpPr/>
        <p:nvPr/>
      </p:nvGrpSpPr>
      <p:grpSpPr>
        <a:xfrm>
          <a:off x="0" y="0"/>
          <a:ext cx="0" cy="0"/>
          <a:chOff x="0" y="0"/>
          <a:chExt cx="0" cy="0"/>
        </a:xfrm>
      </p:grpSpPr>
      <p:sp>
        <p:nvSpPr>
          <p:cNvPr id="73" name="Google Shape;73;p25"/>
          <p:cNvSpPr/>
          <p:nvPr/>
        </p:nvSpPr>
        <p:spPr>
          <a:xfrm>
            <a:off x="0" y="0"/>
            <a:ext cx="1952603" cy="4464050"/>
          </a:xfrm>
          <a:prstGeom prst="rect">
            <a:avLst/>
          </a:prstGeom>
          <a:gradFill>
            <a:gsLst>
              <a:gs pos="0">
                <a:schemeClr val="accent1"/>
              </a:gs>
              <a:gs pos="99000">
                <a:schemeClr val="accent2"/>
              </a:gs>
              <a:gs pos="100000">
                <a:schemeClr val="accent2"/>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pic>
        <p:nvPicPr>
          <p:cNvPr id="74" name="Google Shape;74;p25"/>
          <p:cNvPicPr preferRelativeResize="0"/>
          <p:nvPr/>
        </p:nvPicPr>
        <p:blipFill rotWithShape="1">
          <a:blip r:embed="rId2">
            <a:alphaModFix/>
          </a:blip>
          <a:srcRect l="832" r="833"/>
          <a:stretch/>
        </p:blipFill>
        <p:spPr>
          <a:xfrm>
            <a:off x="0" y="3429000"/>
            <a:ext cx="5994400" cy="34290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8_Custom Layout">
  <p:cSld name="8_Custom Layout">
    <p:spTree>
      <p:nvGrpSpPr>
        <p:cNvPr id="1" name="Shape 75"/>
        <p:cNvGrpSpPr/>
        <p:nvPr/>
      </p:nvGrpSpPr>
      <p:grpSpPr>
        <a:xfrm>
          <a:off x="0" y="0"/>
          <a:ext cx="0" cy="0"/>
          <a:chOff x="0" y="0"/>
          <a:chExt cx="0" cy="0"/>
        </a:xfrm>
      </p:grpSpPr>
      <p:pic>
        <p:nvPicPr>
          <p:cNvPr id="76" name="Google Shape;76;p26"/>
          <p:cNvPicPr preferRelativeResize="0"/>
          <p:nvPr/>
        </p:nvPicPr>
        <p:blipFill rotWithShape="1">
          <a:blip r:embed="rId2">
            <a:alphaModFix/>
          </a:blip>
          <a:srcRect l="30704" r="30704"/>
          <a:stretch/>
        </p:blipFill>
        <p:spPr>
          <a:xfrm>
            <a:off x="7726363" y="584200"/>
            <a:ext cx="3878262" cy="5653088"/>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9_Custom Layout">
  <p:cSld name="9_Custom Layout">
    <p:spTree>
      <p:nvGrpSpPr>
        <p:cNvPr id="1" name="Shape 77"/>
        <p:cNvGrpSpPr/>
        <p:nvPr/>
      </p:nvGrpSpPr>
      <p:grpSpPr>
        <a:xfrm>
          <a:off x="0" y="0"/>
          <a:ext cx="0" cy="0"/>
          <a:chOff x="0" y="0"/>
          <a:chExt cx="0" cy="0"/>
        </a:xfrm>
      </p:grpSpPr>
      <p:pic>
        <p:nvPicPr>
          <p:cNvPr id="78" name="Google Shape;78;p27"/>
          <p:cNvPicPr preferRelativeResize="0"/>
          <p:nvPr/>
        </p:nvPicPr>
        <p:blipFill rotWithShape="1">
          <a:blip r:embed="rId2">
            <a:alphaModFix/>
          </a:blip>
          <a:srcRect t="22914" b="22913"/>
          <a:stretch/>
        </p:blipFill>
        <p:spPr>
          <a:xfrm>
            <a:off x="6316663" y="1196975"/>
            <a:ext cx="5287962" cy="1611313"/>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0_Custom Layout">
  <p:cSld name="10_Custom Layout">
    <p:spTree>
      <p:nvGrpSpPr>
        <p:cNvPr id="1" name="Shape 79"/>
        <p:cNvGrpSpPr/>
        <p:nvPr/>
      </p:nvGrpSpPr>
      <p:grpSpPr>
        <a:xfrm>
          <a:off x="0" y="0"/>
          <a:ext cx="0" cy="0"/>
          <a:chOff x="0" y="0"/>
          <a:chExt cx="0" cy="0"/>
        </a:xfrm>
      </p:grpSpPr>
      <p:pic>
        <p:nvPicPr>
          <p:cNvPr id="80" name="Google Shape;80;p28"/>
          <p:cNvPicPr preferRelativeResize="0"/>
          <p:nvPr/>
        </p:nvPicPr>
        <p:blipFill rotWithShape="1">
          <a:blip r:embed="rId2">
            <a:alphaModFix/>
          </a:blip>
          <a:srcRect t="25000" b="25000"/>
          <a:stretch/>
        </p:blipFill>
        <p:spPr>
          <a:xfrm>
            <a:off x="0" y="3429000"/>
            <a:ext cx="12192000" cy="342900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1_Custom Layout">
  <p:cSld name="11_Custom Layout">
    <p:spTree>
      <p:nvGrpSpPr>
        <p:cNvPr id="1" name="Shape 81"/>
        <p:cNvGrpSpPr/>
        <p:nvPr/>
      </p:nvGrpSpPr>
      <p:grpSpPr>
        <a:xfrm>
          <a:off x="0" y="0"/>
          <a:ext cx="0" cy="0"/>
          <a:chOff x="0" y="0"/>
          <a:chExt cx="0" cy="0"/>
        </a:xfrm>
      </p:grpSpPr>
      <p:pic>
        <p:nvPicPr>
          <p:cNvPr id="82" name="Google Shape;82;p29"/>
          <p:cNvPicPr preferRelativeResize="0"/>
          <p:nvPr/>
        </p:nvPicPr>
        <p:blipFill rotWithShape="1">
          <a:blip r:embed="rId2">
            <a:alphaModFix/>
          </a:blip>
          <a:srcRect l="10813" r="10814"/>
          <a:stretch/>
        </p:blipFill>
        <p:spPr>
          <a:xfrm>
            <a:off x="0" y="233363"/>
            <a:ext cx="5584825" cy="4008437"/>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2_Custom Layout">
  <p:cSld name="12_Custom Layout">
    <p:spTree>
      <p:nvGrpSpPr>
        <p:cNvPr id="1" name="Shape 83"/>
        <p:cNvGrpSpPr/>
        <p:nvPr/>
      </p:nvGrpSpPr>
      <p:grpSpPr>
        <a:xfrm>
          <a:off x="0" y="0"/>
          <a:ext cx="0" cy="0"/>
          <a:chOff x="0" y="0"/>
          <a:chExt cx="0" cy="0"/>
        </a:xfrm>
      </p:grpSpPr>
      <p:sp>
        <p:nvSpPr>
          <p:cNvPr id="84" name="Google Shape;84;p30"/>
          <p:cNvSpPr/>
          <p:nvPr/>
        </p:nvSpPr>
        <p:spPr>
          <a:xfrm>
            <a:off x="593645" y="2717074"/>
            <a:ext cx="2627643" cy="2943951"/>
          </a:xfrm>
          <a:prstGeom prst="rect">
            <a:avLst/>
          </a:prstGeom>
          <a:solidFill>
            <a:schemeClr val="lt2"/>
          </a:solidFill>
          <a:ln w="254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85" name="Google Shape;85;p30"/>
          <p:cNvSpPr/>
          <p:nvPr/>
        </p:nvSpPr>
        <p:spPr>
          <a:xfrm>
            <a:off x="3388091" y="2717074"/>
            <a:ext cx="2627643" cy="2943951"/>
          </a:xfrm>
          <a:prstGeom prst="rect">
            <a:avLst/>
          </a:prstGeom>
          <a:gradFill>
            <a:gsLst>
              <a:gs pos="0">
                <a:schemeClr val="accent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86" name="Google Shape;86;p30"/>
          <p:cNvSpPr/>
          <p:nvPr/>
        </p:nvSpPr>
        <p:spPr>
          <a:xfrm>
            <a:off x="6182536" y="2717074"/>
            <a:ext cx="2627643" cy="2943951"/>
          </a:xfrm>
          <a:prstGeom prst="rect">
            <a:avLst/>
          </a:prstGeom>
          <a:solidFill>
            <a:schemeClr val="lt2"/>
          </a:solidFill>
          <a:ln w="254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87" name="Google Shape;87;p30"/>
          <p:cNvSpPr/>
          <p:nvPr/>
        </p:nvSpPr>
        <p:spPr>
          <a:xfrm>
            <a:off x="8976982" y="2717074"/>
            <a:ext cx="2627643" cy="2943951"/>
          </a:xfrm>
          <a:prstGeom prst="rect">
            <a:avLst/>
          </a:prstGeom>
          <a:solidFill>
            <a:schemeClr val="lt2"/>
          </a:solidFill>
          <a:ln w="254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pic>
        <p:nvPicPr>
          <p:cNvPr id="88" name="Google Shape;88;p30"/>
          <p:cNvPicPr preferRelativeResize="0"/>
          <p:nvPr/>
        </p:nvPicPr>
        <p:blipFill rotWithShape="1">
          <a:blip r:embed="rId2">
            <a:alphaModFix/>
          </a:blip>
          <a:srcRect l="29550" r="29550"/>
          <a:stretch/>
        </p:blipFill>
        <p:spPr>
          <a:xfrm>
            <a:off x="671513" y="2797175"/>
            <a:ext cx="993775" cy="1366838"/>
          </a:xfrm>
          <a:prstGeom prst="rect">
            <a:avLst/>
          </a:prstGeom>
          <a:noFill/>
          <a:ln>
            <a:noFill/>
          </a:ln>
        </p:spPr>
      </p:pic>
      <p:pic>
        <p:nvPicPr>
          <p:cNvPr id="89" name="Google Shape;89;p30"/>
          <p:cNvPicPr preferRelativeResize="0"/>
          <p:nvPr/>
        </p:nvPicPr>
        <p:blipFill rotWithShape="1">
          <a:blip r:embed="rId2">
            <a:alphaModFix/>
          </a:blip>
          <a:srcRect l="29518" r="29518"/>
          <a:stretch/>
        </p:blipFill>
        <p:spPr>
          <a:xfrm>
            <a:off x="3468688" y="2797175"/>
            <a:ext cx="995362" cy="1366838"/>
          </a:xfrm>
          <a:prstGeom prst="rect">
            <a:avLst/>
          </a:prstGeom>
          <a:noFill/>
          <a:ln>
            <a:noFill/>
          </a:ln>
        </p:spPr>
      </p:pic>
      <p:pic>
        <p:nvPicPr>
          <p:cNvPr id="90" name="Google Shape;90;p30"/>
          <p:cNvPicPr preferRelativeResize="0"/>
          <p:nvPr/>
        </p:nvPicPr>
        <p:blipFill rotWithShape="1">
          <a:blip r:embed="rId2">
            <a:alphaModFix/>
          </a:blip>
          <a:srcRect l="29518" r="29518"/>
          <a:stretch/>
        </p:blipFill>
        <p:spPr>
          <a:xfrm>
            <a:off x="6267450" y="2797175"/>
            <a:ext cx="995363" cy="1366838"/>
          </a:xfrm>
          <a:prstGeom prst="rect">
            <a:avLst/>
          </a:prstGeom>
          <a:noFill/>
          <a:ln>
            <a:noFill/>
          </a:ln>
        </p:spPr>
      </p:pic>
      <p:pic>
        <p:nvPicPr>
          <p:cNvPr id="91" name="Google Shape;91;p30"/>
          <p:cNvPicPr preferRelativeResize="0"/>
          <p:nvPr/>
        </p:nvPicPr>
        <p:blipFill rotWithShape="1">
          <a:blip r:embed="rId2">
            <a:alphaModFix/>
          </a:blip>
          <a:srcRect l="29550" r="29550"/>
          <a:stretch/>
        </p:blipFill>
        <p:spPr>
          <a:xfrm>
            <a:off x="9066213" y="2797175"/>
            <a:ext cx="993775" cy="1366838"/>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92"/>
        <p:cNvGrpSpPr/>
        <p:nvPr/>
      </p:nvGrpSpPr>
      <p:grpSpPr>
        <a:xfrm>
          <a:off x="0" y="0"/>
          <a:ext cx="0" cy="0"/>
          <a:chOff x="0" y="0"/>
          <a:chExt cx="0" cy="0"/>
        </a:xfrm>
      </p:grpSpPr>
      <p:pic>
        <p:nvPicPr>
          <p:cNvPr id="93" name="Google Shape;93;p31"/>
          <p:cNvPicPr preferRelativeResize="0"/>
          <p:nvPr/>
        </p:nvPicPr>
        <p:blipFill rotWithShape="1">
          <a:blip r:embed="rId2">
            <a:alphaModFix/>
          </a:blip>
          <a:srcRect l="30025" r="30025"/>
          <a:stretch/>
        </p:blipFill>
        <p:spPr>
          <a:xfrm>
            <a:off x="0" y="0"/>
            <a:ext cx="4870450" cy="6858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8D8D8">
            <a:alpha val="54901"/>
          </a:srgbClr>
        </a:solidFill>
        <a:effectLst/>
      </p:bgPr>
    </p:bg>
    <p:spTree>
      <p:nvGrpSpPr>
        <p:cNvPr id="1" name="Shape 5"/>
        <p:cNvGrpSpPr/>
        <p:nvPr/>
      </p:nvGrpSpPr>
      <p:grpSpPr>
        <a:xfrm>
          <a:off x="0" y="0"/>
          <a:ext cx="0" cy="0"/>
          <a:chOff x="0" y="0"/>
          <a:chExt cx="0" cy="0"/>
        </a:xfrm>
      </p:grpSpPr>
      <p:sp>
        <p:nvSpPr>
          <p:cNvPr id="6" name="Google Shape;6;p1"/>
          <p:cNvSpPr txBox="1"/>
          <p:nvPr/>
        </p:nvSpPr>
        <p:spPr>
          <a:xfrm>
            <a:off x="11386632" y="6308725"/>
            <a:ext cx="558312" cy="26157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100"/>
              <a:buFont typeface="Arial"/>
              <a:buNone/>
            </a:pPr>
            <a:fld id="{00000000-1234-1234-1234-123412341234}" type="slidenum">
              <a:rPr lang="id-ID" sz="1100" b="0" i="0" u="none" strike="noStrike" cap="none">
                <a:solidFill>
                  <a:schemeClr val="accent1"/>
                </a:solidFill>
                <a:latin typeface="Poppins"/>
                <a:ea typeface="Poppins"/>
                <a:cs typeface="Poppins"/>
                <a:sym typeface="Poppins"/>
              </a:rPr>
              <a:t>‹#›</a:t>
            </a:fld>
            <a:endParaRPr sz="1100" b="0" i="0" u="none" strike="noStrike" cap="none">
              <a:solidFill>
                <a:schemeClr val="accent1"/>
              </a:solidFill>
              <a:latin typeface="Poppins"/>
              <a:ea typeface="Poppins"/>
              <a:cs typeface="Poppins"/>
              <a:sym typeface="Poppins"/>
            </a:endParaRPr>
          </a:p>
        </p:txBody>
      </p:sp>
      <p:sp>
        <p:nvSpPr>
          <p:cNvPr id="7" name="Google Shape;7;p1"/>
          <p:cNvSpPr txBox="1"/>
          <p:nvPr/>
        </p:nvSpPr>
        <p:spPr>
          <a:xfrm>
            <a:off x="247056" y="6347435"/>
            <a:ext cx="3431832" cy="2615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id-ID" sz="1100" b="0" i="0" u="none" strike="noStrike" cap="none">
                <a:solidFill>
                  <a:schemeClr val="accent1"/>
                </a:solidFill>
                <a:latin typeface="Poppins"/>
                <a:ea typeface="Poppins"/>
                <a:cs typeface="Poppins"/>
                <a:sym typeface="Poppins"/>
              </a:rPr>
              <a:t>Oil Industry</a:t>
            </a:r>
            <a:endParaRPr sz="1100" b="0" i="0" u="none" strike="noStrike" cap="none">
              <a:solidFill>
                <a:schemeClr val="accent1"/>
              </a:solidFill>
              <a:latin typeface="Poppins"/>
              <a:ea typeface="Poppins"/>
              <a:cs typeface="Poppins"/>
              <a:sym typeface="Poppin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974">
          <p15:clr>
            <a:srgbClr val="F26B43"/>
          </p15:clr>
        </p15:guide>
        <p15:guide id="4" orient="horz" pos="346">
          <p15:clr>
            <a:srgbClr val="F26B43"/>
          </p15:clr>
        </p15:guide>
        <p15:guide id="5" pos="7242">
          <p15:clr>
            <a:srgbClr val="F26B43"/>
          </p15:clr>
        </p15:guide>
        <p15:guide id="6" pos="43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5"/>
        <p:cNvGrpSpPr/>
        <p:nvPr/>
      </p:nvGrpSpPr>
      <p:grpSpPr>
        <a:xfrm>
          <a:off x="0" y="0"/>
          <a:ext cx="0" cy="0"/>
          <a:chOff x="0" y="0"/>
          <a:chExt cx="0" cy="0"/>
        </a:xfrm>
      </p:grpSpPr>
      <p:sp>
        <p:nvSpPr>
          <p:cNvPr id="56" name="Google Shape;56;p18"/>
          <p:cNvSpPr txBox="1"/>
          <p:nvPr/>
        </p:nvSpPr>
        <p:spPr>
          <a:xfrm>
            <a:off x="704850" y="6006456"/>
            <a:ext cx="1497526"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900" b="0" i="0" u="none" strike="noStrike" cap="none">
                <a:solidFill>
                  <a:srgbClr val="595959"/>
                </a:solidFill>
                <a:latin typeface="Manrope"/>
                <a:ea typeface="Manrope"/>
                <a:cs typeface="Manrope"/>
                <a:sym typeface="Manrope"/>
              </a:rPr>
              <a:t>Pitch Deck Presentation</a:t>
            </a:r>
            <a:endParaRPr/>
          </a:p>
        </p:txBody>
      </p:sp>
      <p:cxnSp>
        <p:nvCxnSpPr>
          <p:cNvPr id="57" name="Google Shape;57;p18"/>
          <p:cNvCxnSpPr/>
          <p:nvPr/>
        </p:nvCxnSpPr>
        <p:spPr>
          <a:xfrm rot="10800000">
            <a:off x="622300" y="6006456"/>
            <a:ext cx="0" cy="230832"/>
          </a:xfrm>
          <a:prstGeom prst="straightConnector1">
            <a:avLst/>
          </a:prstGeom>
          <a:noFill/>
          <a:ln w="66675" cap="flat" cmpd="sng">
            <a:solidFill>
              <a:schemeClr val="accent1"/>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7310">
          <p15:clr>
            <a:srgbClr val="F26B43"/>
          </p15:clr>
        </p15:guide>
        <p15:guide id="2" pos="370">
          <p15:clr>
            <a:srgbClr val="F26B43"/>
          </p15:clr>
        </p15:guide>
        <p15:guide id="3" orient="horz" pos="368">
          <p15:clr>
            <a:srgbClr val="F26B43"/>
          </p15:clr>
        </p15:guide>
        <p15:guide id="4" orient="horz" pos="3929">
          <p15:clr>
            <a:srgbClr val="F26B43"/>
          </p15:clr>
        </p15:guide>
        <p15:guide id="5" pos="6924">
          <p15:clr>
            <a:srgbClr val="F26B43"/>
          </p15:clr>
        </p15:guide>
        <p15:guide id="6" orient="horz" pos="754">
          <p15:clr>
            <a:srgbClr val="F26B43"/>
          </p15:clr>
        </p15:guide>
        <p15:guide id="7" orient="horz" pos="3566">
          <p15:clr>
            <a:srgbClr val="F26B43"/>
          </p15:clr>
        </p15:guide>
        <p15:guide id="8" pos="77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2"/>
          <p:cNvSpPr txBox="1"/>
          <p:nvPr/>
        </p:nvSpPr>
        <p:spPr>
          <a:xfrm>
            <a:off x="830443" y="943294"/>
            <a:ext cx="6984600" cy="2832300"/>
          </a:xfrm>
          <a:prstGeom prst="rect">
            <a:avLst/>
          </a:prstGeom>
          <a:noFill/>
          <a:ln>
            <a:noFill/>
          </a:ln>
        </p:spPr>
        <p:txBody>
          <a:bodyPr spcFirstLastPara="1" wrap="square" lIns="91425" tIns="45700" rIns="91425" bIns="45700" anchor="t" anchorCtr="0">
            <a:spAutoFit/>
          </a:bodyPr>
          <a:lstStyle/>
          <a:p>
            <a:pPr marL="0" marR="0" lvl="0" indent="0" algn="l" rtl="0">
              <a:lnSpc>
                <a:spcPct val="102272"/>
              </a:lnSpc>
              <a:spcBef>
                <a:spcPts val="0"/>
              </a:spcBef>
              <a:spcAft>
                <a:spcPts val="0"/>
              </a:spcAft>
              <a:buNone/>
            </a:pPr>
            <a:r>
              <a:rPr lang="id-ID" sz="8800">
                <a:solidFill>
                  <a:schemeClr val="dk1"/>
                </a:solidFill>
                <a:latin typeface="Manrope"/>
                <a:ea typeface="Manrope"/>
                <a:cs typeface="Manrope"/>
                <a:sym typeface="Manrope"/>
              </a:rPr>
              <a:t>Pitch Deck</a:t>
            </a:r>
            <a:endParaRPr/>
          </a:p>
          <a:p>
            <a:pPr marL="0" marR="0" lvl="0" indent="0" algn="l" rtl="0">
              <a:lnSpc>
                <a:spcPct val="102272"/>
              </a:lnSpc>
              <a:spcBef>
                <a:spcPts val="0"/>
              </a:spcBef>
              <a:spcAft>
                <a:spcPts val="0"/>
              </a:spcAft>
              <a:buNone/>
            </a:pPr>
            <a:r>
              <a:rPr lang="id-ID" sz="8800">
                <a:solidFill>
                  <a:schemeClr val="accent1"/>
                </a:solidFill>
                <a:latin typeface="Manrope"/>
                <a:ea typeface="Manrope"/>
                <a:cs typeface="Manrope"/>
                <a:sym typeface="Manrope"/>
              </a:rPr>
              <a:t>Presentation</a:t>
            </a:r>
            <a:endParaRPr/>
          </a:p>
        </p:txBody>
      </p:sp>
      <p:sp>
        <p:nvSpPr>
          <p:cNvPr id="99" name="Google Shape;99;p32"/>
          <p:cNvSpPr txBox="1"/>
          <p:nvPr/>
        </p:nvSpPr>
        <p:spPr>
          <a:xfrm>
            <a:off x="587375" y="5322471"/>
            <a:ext cx="236475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a:solidFill>
                  <a:schemeClr val="dk1"/>
                </a:solidFill>
                <a:latin typeface="Manrope"/>
                <a:ea typeface="Manrope"/>
                <a:cs typeface="Manrope"/>
                <a:sym typeface="Manrope"/>
              </a:rPr>
              <a:t>Presentation Template</a:t>
            </a:r>
            <a:endParaRPr/>
          </a:p>
        </p:txBody>
      </p:sp>
      <p:cxnSp>
        <p:nvCxnSpPr>
          <p:cNvPr id="100" name="Google Shape;100;p32"/>
          <p:cNvCxnSpPr/>
          <p:nvPr/>
        </p:nvCxnSpPr>
        <p:spPr>
          <a:xfrm>
            <a:off x="717629" y="1108553"/>
            <a:ext cx="0" cy="1981888"/>
          </a:xfrm>
          <a:prstGeom prst="straightConnector1">
            <a:avLst/>
          </a:prstGeom>
          <a:noFill/>
          <a:ln w="25400" cap="flat" cmpd="sng">
            <a:solidFill>
              <a:schemeClr val="accent2"/>
            </a:solidFill>
            <a:prstDash val="solid"/>
            <a:miter lim="800000"/>
            <a:headEnd type="none" w="sm" len="sm"/>
            <a:tailEnd type="none" w="sm" len="sm"/>
          </a:ln>
        </p:spPr>
      </p:cxnSp>
      <p:pic>
        <p:nvPicPr>
          <p:cNvPr id="101" name="Google Shape;101;p32"/>
          <p:cNvPicPr preferRelativeResize="0"/>
          <p:nvPr/>
        </p:nvPicPr>
        <p:blipFill rotWithShape="1">
          <a:blip r:embed="rId3">
            <a:alphaModFix/>
          </a:blip>
          <a:srcRect l="27015" r="27015"/>
          <a:stretch/>
        </p:blipFill>
        <p:spPr>
          <a:xfrm>
            <a:off x="8247063" y="2128838"/>
            <a:ext cx="3357562" cy="4108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3"/>
          <p:cNvSpPr txBox="1"/>
          <p:nvPr/>
        </p:nvSpPr>
        <p:spPr>
          <a:xfrm>
            <a:off x="706457" y="1131538"/>
            <a:ext cx="5933100" cy="2185800"/>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A Bold Idea</a:t>
            </a:r>
            <a:endParaRPr sz="6600">
              <a:solidFill>
                <a:schemeClr val="accent1"/>
              </a:solidFill>
              <a:latin typeface="Manrope"/>
              <a:ea typeface="Manrope"/>
              <a:cs typeface="Manrope"/>
              <a:sym typeface="Manrope"/>
            </a:endParaRPr>
          </a:p>
          <a:p>
            <a:pPr marL="0" marR="0" lvl="0" indent="0" algn="l" rtl="0">
              <a:lnSpc>
                <a:spcPct val="106060"/>
              </a:lnSpc>
              <a:spcBef>
                <a:spcPts val="0"/>
              </a:spcBef>
              <a:spcAft>
                <a:spcPts val="0"/>
              </a:spcAft>
              <a:buNone/>
            </a:pPr>
            <a:r>
              <a:rPr lang="id-ID" sz="6600">
                <a:solidFill>
                  <a:schemeClr val="accent1"/>
                </a:solidFill>
                <a:latin typeface="Manrope"/>
                <a:ea typeface="Manrope"/>
                <a:cs typeface="Manrope"/>
                <a:sym typeface="Manrope"/>
              </a:rPr>
              <a:t>A Bigger Vision</a:t>
            </a:r>
            <a:endParaRPr/>
          </a:p>
        </p:txBody>
      </p:sp>
      <p:cxnSp>
        <p:nvCxnSpPr>
          <p:cNvPr id="107" name="Google Shape;107;p33"/>
          <p:cNvCxnSpPr/>
          <p:nvPr/>
        </p:nvCxnSpPr>
        <p:spPr>
          <a:xfrm>
            <a:off x="593643" y="1296797"/>
            <a:ext cx="0" cy="1512002"/>
          </a:xfrm>
          <a:prstGeom prst="straightConnector1">
            <a:avLst/>
          </a:prstGeom>
          <a:noFill/>
          <a:ln w="25400" cap="flat" cmpd="sng">
            <a:solidFill>
              <a:schemeClr val="accent2"/>
            </a:solidFill>
            <a:prstDash val="solid"/>
            <a:miter lim="800000"/>
            <a:headEnd type="none" w="sm" len="sm"/>
            <a:tailEnd type="none" w="sm" len="sm"/>
          </a:ln>
        </p:spPr>
      </p:cxnSp>
      <p:sp>
        <p:nvSpPr>
          <p:cNvPr id="108" name="Google Shape;108;p33"/>
          <p:cNvSpPr txBox="1"/>
          <p:nvPr/>
        </p:nvSpPr>
        <p:spPr>
          <a:xfrm>
            <a:off x="587375" y="4833234"/>
            <a:ext cx="5508622" cy="82779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 Ut enim ad minim veniam, quis nostrud exercitation ullamco laboris nisi ut aliquip ex ea commodo consequat. </a:t>
            </a:r>
            <a:endParaRPr sz="1100">
              <a:solidFill>
                <a:srgbClr val="595959"/>
              </a:solidFill>
              <a:latin typeface="Manrope"/>
              <a:ea typeface="Manrope"/>
              <a:cs typeface="Manrope"/>
              <a:sym typeface="Manrope"/>
            </a:endParaRPr>
          </a:p>
        </p:txBody>
      </p:sp>
      <p:sp>
        <p:nvSpPr>
          <p:cNvPr id="109" name="Google Shape;109;p33"/>
          <p:cNvSpPr txBox="1"/>
          <p:nvPr/>
        </p:nvSpPr>
        <p:spPr>
          <a:xfrm>
            <a:off x="587375" y="4361933"/>
            <a:ext cx="178606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Let’s Make it Big</a:t>
            </a:r>
            <a:endParaRPr/>
          </a:p>
        </p:txBody>
      </p:sp>
      <p:pic>
        <p:nvPicPr>
          <p:cNvPr id="110" name="Google Shape;110;p33"/>
          <p:cNvPicPr preferRelativeResize="0"/>
          <p:nvPr/>
        </p:nvPicPr>
        <p:blipFill rotWithShape="1">
          <a:blip r:embed="rId3">
            <a:alphaModFix/>
          </a:blip>
          <a:srcRect l="18467" r="18466"/>
          <a:stretch/>
        </p:blipFill>
        <p:spPr>
          <a:xfrm>
            <a:off x="7874000" y="584200"/>
            <a:ext cx="3730625" cy="3327400"/>
          </a:xfrm>
          <a:prstGeom prst="rect">
            <a:avLst/>
          </a:prstGeom>
          <a:noFill/>
          <a:ln>
            <a:noFill/>
          </a:ln>
        </p:spPr>
      </p:pic>
      <p:pic>
        <p:nvPicPr>
          <p:cNvPr id="111" name="Google Shape;111;p33"/>
          <p:cNvPicPr preferRelativeResize="0"/>
          <p:nvPr/>
        </p:nvPicPr>
        <p:blipFill rotWithShape="1">
          <a:blip r:embed="rId3">
            <a:alphaModFix/>
          </a:blip>
          <a:srcRect l="12275" r="12275"/>
          <a:stretch/>
        </p:blipFill>
        <p:spPr>
          <a:xfrm>
            <a:off x="7874000" y="4076700"/>
            <a:ext cx="3730625" cy="2781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34"/>
          <p:cNvSpPr/>
          <p:nvPr/>
        </p:nvSpPr>
        <p:spPr>
          <a:xfrm>
            <a:off x="-1" y="0"/>
            <a:ext cx="4324017" cy="6858000"/>
          </a:xfrm>
          <a:prstGeom prst="rect">
            <a:avLst/>
          </a:prstGeom>
          <a:gradFill>
            <a:gsLst>
              <a:gs pos="0">
                <a:schemeClr val="accent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117" name="Google Shape;117;p34"/>
          <p:cNvSpPr txBox="1"/>
          <p:nvPr/>
        </p:nvSpPr>
        <p:spPr>
          <a:xfrm>
            <a:off x="5085803" y="1147036"/>
            <a:ext cx="6067800" cy="2185800"/>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Problem Meets</a:t>
            </a:r>
            <a:endParaRPr/>
          </a:p>
          <a:p>
            <a:pPr marL="0" marR="0" lvl="0" indent="0" algn="l" rtl="0">
              <a:lnSpc>
                <a:spcPct val="106060"/>
              </a:lnSpc>
              <a:spcBef>
                <a:spcPts val="0"/>
              </a:spcBef>
              <a:spcAft>
                <a:spcPts val="0"/>
              </a:spcAft>
              <a:buNone/>
            </a:pPr>
            <a:r>
              <a:rPr lang="id-ID" sz="6600">
                <a:solidFill>
                  <a:schemeClr val="accent1"/>
                </a:solidFill>
                <a:latin typeface="Manrope"/>
                <a:ea typeface="Manrope"/>
                <a:cs typeface="Manrope"/>
                <a:sym typeface="Manrope"/>
              </a:rPr>
              <a:t>Solution</a:t>
            </a:r>
            <a:endParaRPr/>
          </a:p>
        </p:txBody>
      </p:sp>
      <p:cxnSp>
        <p:nvCxnSpPr>
          <p:cNvPr id="118" name="Google Shape;118;p34"/>
          <p:cNvCxnSpPr/>
          <p:nvPr/>
        </p:nvCxnSpPr>
        <p:spPr>
          <a:xfrm>
            <a:off x="4972989" y="1312295"/>
            <a:ext cx="0" cy="1512002"/>
          </a:xfrm>
          <a:prstGeom prst="straightConnector1">
            <a:avLst/>
          </a:prstGeom>
          <a:noFill/>
          <a:ln w="25400" cap="flat" cmpd="sng">
            <a:solidFill>
              <a:schemeClr val="accent2"/>
            </a:solidFill>
            <a:prstDash val="solid"/>
            <a:miter lim="800000"/>
            <a:headEnd type="none" w="sm" len="sm"/>
            <a:tailEnd type="none" w="sm" len="sm"/>
          </a:ln>
        </p:spPr>
      </p:cxnSp>
      <p:sp>
        <p:nvSpPr>
          <p:cNvPr id="119" name="Google Shape;119;p34"/>
          <p:cNvSpPr txBox="1"/>
          <p:nvPr/>
        </p:nvSpPr>
        <p:spPr>
          <a:xfrm>
            <a:off x="5085803" y="4833234"/>
            <a:ext cx="5906047" cy="82779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 Ut enim ad minim veniam, quis nostrud exercitation ullamco laboris nisi ut aliquip ex ea commodo consequat. </a:t>
            </a:r>
            <a:endParaRPr sz="1100">
              <a:solidFill>
                <a:srgbClr val="595959"/>
              </a:solidFill>
              <a:latin typeface="Manrope"/>
              <a:ea typeface="Manrope"/>
              <a:cs typeface="Manrope"/>
              <a:sym typeface="Manrope"/>
            </a:endParaRPr>
          </a:p>
        </p:txBody>
      </p:sp>
      <p:sp>
        <p:nvSpPr>
          <p:cNvPr id="120" name="Google Shape;120;p34"/>
          <p:cNvSpPr txBox="1"/>
          <p:nvPr/>
        </p:nvSpPr>
        <p:spPr>
          <a:xfrm>
            <a:off x="5085803" y="4361933"/>
            <a:ext cx="178606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Let’s Make it Big</a:t>
            </a:r>
            <a:endParaRPr/>
          </a:p>
        </p:txBody>
      </p:sp>
      <p:sp>
        <p:nvSpPr>
          <p:cNvPr id="121" name="Google Shape;121;p34"/>
          <p:cNvSpPr txBox="1"/>
          <p:nvPr/>
        </p:nvSpPr>
        <p:spPr>
          <a:xfrm>
            <a:off x="668438" y="4077123"/>
            <a:ext cx="2987138" cy="1589538"/>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id-ID" sz="1100" b="0" i="0">
                <a:solidFill>
                  <a:schemeClr val="lt1"/>
                </a:solidFill>
                <a:latin typeface="Manrope"/>
                <a:ea typeface="Manrope"/>
                <a:cs typeface="Manrope"/>
                <a:sym typeface="Manrope"/>
              </a:rPr>
              <a:t>Lorem ipsum dolor sit amet, consectetur adipiscing elit, sed do eiusmod tempor incididunt ut labore et dolore magna aliqua. Ut enim ad minim veniam, quis nostrud exercitation ullamco laboris nisi ut aliquip ex ea commodo consequat. </a:t>
            </a:r>
            <a:endParaRPr sz="1100">
              <a:solidFill>
                <a:schemeClr val="lt1"/>
              </a:solidFill>
              <a:latin typeface="Manrope"/>
              <a:ea typeface="Manrope"/>
              <a:cs typeface="Manrope"/>
              <a:sym typeface="Manrope"/>
            </a:endParaRPr>
          </a:p>
        </p:txBody>
      </p:sp>
      <p:sp>
        <p:nvSpPr>
          <p:cNvPr id="122" name="Google Shape;122;p34"/>
          <p:cNvSpPr txBox="1"/>
          <p:nvPr/>
        </p:nvSpPr>
        <p:spPr>
          <a:xfrm>
            <a:off x="704850" y="6006456"/>
            <a:ext cx="1497526"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900">
                <a:solidFill>
                  <a:schemeClr val="lt1"/>
                </a:solidFill>
                <a:latin typeface="Manrope"/>
                <a:ea typeface="Manrope"/>
                <a:cs typeface="Manrope"/>
                <a:sym typeface="Manrope"/>
              </a:rPr>
              <a:t>Pitch Deck Presentation</a:t>
            </a:r>
            <a:endParaRPr/>
          </a:p>
        </p:txBody>
      </p:sp>
      <p:cxnSp>
        <p:nvCxnSpPr>
          <p:cNvPr id="123" name="Google Shape;123;p34"/>
          <p:cNvCxnSpPr/>
          <p:nvPr/>
        </p:nvCxnSpPr>
        <p:spPr>
          <a:xfrm rot="10800000">
            <a:off x="622300" y="6006456"/>
            <a:ext cx="0" cy="230832"/>
          </a:xfrm>
          <a:prstGeom prst="straightConnector1">
            <a:avLst/>
          </a:prstGeom>
          <a:noFill/>
          <a:ln w="66675" cap="flat" cmpd="sng">
            <a:solidFill>
              <a:schemeClr val="lt1"/>
            </a:solidFill>
            <a:prstDash val="solid"/>
            <a:miter lim="800000"/>
            <a:headEnd type="none" w="sm" len="sm"/>
            <a:tailEnd type="none" w="sm" len="sm"/>
          </a:ln>
        </p:spPr>
      </p:cxnSp>
      <p:grpSp>
        <p:nvGrpSpPr>
          <p:cNvPr id="124" name="Google Shape;124;p34"/>
          <p:cNvGrpSpPr/>
          <p:nvPr/>
        </p:nvGrpSpPr>
        <p:grpSpPr>
          <a:xfrm>
            <a:off x="873761" y="924560"/>
            <a:ext cx="2574000" cy="2575559"/>
            <a:chOff x="873761" y="924560"/>
            <a:chExt cx="2574000" cy="2575559"/>
          </a:xfrm>
        </p:grpSpPr>
        <p:sp>
          <p:nvSpPr>
            <p:cNvPr id="125" name="Google Shape;125;p34"/>
            <p:cNvSpPr/>
            <p:nvPr/>
          </p:nvSpPr>
          <p:spPr>
            <a:xfrm>
              <a:off x="873761" y="924560"/>
              <a:ext cx="2574000" cy="2575559"/>
            </a:xfrm>
            <a:prstGeom prst="pie">
              <a:avLst>
                <a:gd name="adj1" fmla="val 7987572"/>
                <a:gd name="adj2" fmla="val 1620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126" name="Google Shape;126;p34"/>
            <p:cNvSpPr/>
            <p:nvPr/>
          </p:nvSpPr>
          <p:spPr>
            <a:xfrm flipH="1">
              <a:off x="873761" y="924560"/>
              <a:ext cx="2574000" cy="2575559"/>
            </a:xfrm>
            <a:prstGeom prst="pie">
              <a:avLst>
                <a:gd name="adj1" fmla="val 2813982"/>
                <a:gd name="adj2" fmla="val 16200000"/>
              </a:avLst>
            </a:prstGeom>
            <a:solidFill>
              <a:schemeClr val="lt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127" name="Google Shape;127;p34"/>
            <p:cNvSpPr/>
            <p:nvPr/>
          </p:nvSpPr>
          <p:spPr>
            <a:xfrm>
              <a:off x="1516361" y="1567271"/>
              <a:ext cx="1288800" cy="1290137"/>
            </a:xfrm>
            <a:prstGeom prst="ellipse">
              <a:avLst/>
            </a:prstGeom>
            <a:gradFill>
              <a:gsLst>
                <a:gs pos="0">
                  <a:schemeClr val="accent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128" name="Google Shape;128;p34"/>
            <p:cNvSpPr txBox="1"/>
            <p:nvPr/>
          </p:nvSpPr>
          <p:spPr>
            <a:xfrm>
              <a:off x="2735094" y="2333250"/>
              <a:ext cx="648974" cy="423386"/>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id-ID" sz="1600" b="0" i="0">
                  <a:solidFill>
                    <a:schemeClr val="dk1"/>
                  </a:solidFill>
                  <a:latin typeface="Manrope"/>
                  <a:ea typeface="Manrope"/>
                  <a:cs typeface="Manrope"/>
                  <a:sym typeface="Manrope"/>
                </a:rPr>
                <a:t>8,2</a:t>
              </a:r>
              <a:endParaRPr sz="1600">
                <a:solidFill>
                  <a:schemeClr val="dk1"/>
                </a:solidFill>
                <a:latin typeface="Manrope"/>
                <a:ea typeface="Manrope"/>
                <a:cs typeface="Manrope"/>
                <a:sym typeface="Manrope"/>
              </a:endParaRPr>
            </a:p>
          </p:txBody>
        </p:sp>
        <p:sp>
          <p:nvSpPr>
            <p:cNvPr id="129" name="Google Shape;129;p34"/>
            <p:cNvSpPr txBox="1"/>
            <p:nvPr/>
          </p:nvSpPr>
          <p:spPr>
            <a:xfrm>
              <a:off x="940436" y="1615065"/>
              <a:ext cx="648974" cy="423386"/>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id-ID" sz="1600" b="0" i="0">
                  <a:solidFill>
                    <a:schemeClr val="dk1"/>
                  </a:solidFill>
                  <a:latin typeface="Manrope"/>
                  <a:ea typeface="Manrope"/>
                  <a:cs typeface="Manrope"/>
                  <a:sym typeface="Manrope"/>
                </a:rPr>
                <a:t>5</a:t>
              </a:r>
              <a:endParaRPr sz="1600">
                <a:solidFill>
                  <a:schemeClr val="dk1"/>
                </a:solidFill>
                <a:latin typeface="Manrope"/>
                <a:ea typeface="Manrope"/>
                <a:cs typeface="Manrope"/>
                <a:sym typeface="Manrope"/>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35"/>
          <p:cNvSpPr txBox="1"/>
          <p:nvPr/>
        </p:nvSpPr>
        <p:spPr>
          <a:xfrm>
            <a:off x="706457" y="1131538"/>
            <a:ext cx="5779200" cy="2185800"/>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Market Insight</a:t>
            </a:r>
            <a:endParaRPr/>
          </a:p>
          <a:p>
            <a:pPr marL="0" marR="0" lvl="0" indent="0" algn="l" rtl="0">
              <a:lnSpc>
                <a:spcPct val="106060"/>
              </a:lnSpc>
              <a:spcBef>
                <a:spcPts val="0"/>
              </a:spcBef>
              <a:spcAft>
                <a:spcPts val="0"/>
              </a:spcAft>
              <a:buNone/>
            </a:pPr>
            <a:r>
              <a:rPr lang="id-ID" sz="6600">
                <a:solidFill>
                  <a:schemeClr val="accent1"/>
                </a:solidFill>
                <a:latin typeface="Manrope"/>
                <a:ea typeface="Manrope"/>
                <a:cs typeface="Manrope"/>
                <a:sym typeface="Manrope"/>
              </a:rPr>
              <a:t>That Inspire</a:t>
            </a:r>
            <a:endParaRPr/>
          </a:p>
        </p:txBody>
      </p:sp>
      <p:cxnSp>
        <p:nvCxnSpPr>
          <p:cNvPr id="135" name="Google Shape;135;p35"/>
          <p:cNvCxnSpPr/>
          <p:nvPr/>
        </p:nvCxnSpPr>
        <p:spPr>
          <a:xfrm>
            <a:off x="593643" y="1296797"/>
            <a:ext cx="0" cy="1512002"/>
          </a:xfrm>
          <a:prstGeom prst="straightConnector1">
            <a:avLst/>
          </a:prstGeom>
          <a:noFill/>
          <a:ln w="25400" cap="flat" cmpd="sng">
            <a:solidFill>
              <a:schemeClr val="accent2"/>
            </a:solidFill>
            <a:prstDash val="solid"/>
            <a:miter lim="800000"/>
            <a:headEnd type="none" w="sm" len="sm"/>
            <a:tailEnd type="none" w="sm" len="sm"/>
          </a:ln>
        </p:spPr>
      </p:cxnSp>
      <p:sp>
        <p:nvSpPr>
          <p:cNvPr id="136" name="Google Shape;136;p35"/>
          <p:cNvSpPr/>
          <p:nvPr/>
        </p:nvSpPr>
        <p:spPr>
          <a:xfrm>
            <a:off x="7050157" y="3624994"/>
            <a:ext cx="4554468" cy="3233005"/>
          </a:xfrm>
          <a:prstGeom prst="rect">
            <a:avLst/>
          </a:prstGeom>
          <a:gradFill>
            <a:gsLst>
              <a:gs pos="0">
                <a:schemeClr val="accent1"/>
              </a:gs>
              <a:gs pos="99000">
                <a:schemeClr val="accent2"/>
              </a:gs>
              <a:gs pos="100000">
                <a:schemeClr val="accent2"/>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137" name="Google Shape;137;p35"/>
          <p:cNvSpPr txBox="1"/>
          <p:nvPr/>
        </p:nvSpPr>
        <p:spPr>
          <a:xfrm>
            <a:off x="587375" y="3416583"/>
            <a:ext cx="942887" cy="9480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5400" b="1">
                <a:solidFill>
                  <a:schemeClr val="accent1"/>
                </a:solidFill>
                <a:latin typeface="Manrope"/>
                <a:ea typeface="Manrope"/>
                <a:cs typeface="Manrope"/>
                <a:sym typeface="Manrope"/>
              </a:rPr>
              <a:t>01</a:t>
            </a:r>
            <a:endParaRPr/>
          </a:p>
        </p:txBody>
      </p:sp>
      <p:sp>
        <p:nvSpPr>
          <p:cNvPr id="138" name="Google Shape;138;p35"/>
          <p:cNvSpPr txBox="1"/>
          <p:nvPr/>
        </p:nvSpPr>
        <p:spPr>
          <a:xfrm>
            <a:off x="1813120" y="3820949"/>
            <a:ext cx="4455600" cy="57387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 </a:t>
            </a:r>
            <a:endParaRPr sz="1100">
              <a:solidFill>
                <a:srgbClr val="595959"/>
              </a:solidFill>
              <a:latin typeface="Manrope"/>
              <a:ea typeface="Manrope"/>
              <a:cs typeface="Manrope"/>
              <a:sym typeface="Manrope"/>
            </a:endParaRPr>
          </a:p>
        </p:txBody>
      </p:sp>
      <p:sp>
        <p:nvSpPr>
          <p:cNvPr id="139" name="Google Shape;139;p35"/>
          <p:cNvSpPr txBox="1"/>
          <p:nvPr/>
        </p:nvSpPr>
        <p:spPr>
          <a:xfrm>
            <a:off x="1813119" y="3487383"/>
            <a:ext cx="234551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This is Our Inspiration</a:t>
            </a:r>
            <a:endParaRPr/>
          </a:p>
        </p:txBody>
      </p:sp>
      <p:sp>
        <p:nvSpPr>
          <p:cNvPr id="140" name="Google Shape;140;p35"/>
          <p:cNvSpPr txBox="1"/>
          <p:nvPr/>
        </p:nvSpPr>
        <p:spPr>
          <a:xfrm>
            <a:off x="587375" y="4690721"/>
            <a:ext cx="1051891"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5400" b="1">
                <a:solidFill>
                  <a:schemeClr val="accent1"/>
                </a:solidFill>
                <a:latin typeface="Manrope"/>
                <a:ea typeface="Manrope"/>
                <a:cs typeface="Manrope"/>
                <a:sym typeface="Manrope"/>
              </a:rPr>
              <a:t>02</a:t>
            </a:r>
            <a:endParaRPr/>
          </a:p>
        </p:txBody>
      </p:sp>
      <p:sp>
        <p:nvSpPr>
          <p:cNvPr id="141" name="Google Shape;141;p35"/>
          <p:cNvSpPr txBox="1"/>
          <p:nvPr/>
        </p:nvSpPr>
        <p:spPr>
          <a:xfrm>
            <a:off x="1813120" y="5095087"/>
            <a:ext cx="4455600" cy="57387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 </a:t>
            </a:r>
            <a:endParaRPr sz="1100">
              <a:solidFill>
                <a:srgbClr val="595959"/>
              </a:solidFill>
              <a:latin typeface="Manrope"/>
              <a:ea typeface="Manrope"/>
              <a:cs typeface="Manrope"/>
              <a:sym typeface="Manrope"/>
            </a:endParaRPr>
          </a:p>
        </p:txBody>
      </p:sp>
      <p:sp>
        <p:nvSpPr>
          <p:cNvPr id="142" name="Google Shape;142;p35"/>
          <p:cNvSpPr txBox="1"/>
          <p:nvPr/>
        </p:nvSpPr>
        <p:spPr>
          <a:xfrm>
            <a:off x="1813119" y="4761521"/>
            <a:ext cx="234551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This is Our Inspiration</a:t>
            </a:r>
            <a:endParaRPr/>
          </a:p>
        </p:txBody>
      </p:sp>
      <p:sp>
        <p:nvSpPr>
          <p:cNvPr id="143" name="Google Shape;143;p35"/>
          <p:cNvSpPr txBox="1"/>
          <p:nvPr/>
        </p:nvSpPr>
        <p:spPr>
          <a:xfrm>
            <a:off x="7508067" y="4903800"/>
            <a:ext cx="3483900" cy="7695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chemeClr val="lt1"/>
                </a:solidFill>
                <a:latin typeface="Manrope"/>
                <a:ea typeface="Manrope"/>
                <a:cs typeface="Manrope"/>
                <a:sym typeface="Manrope"/>
              </a:rPr>
              <a:t>Lorem ipsum dolor sit amet, consectetur adipiscing elit, sed do eiusmod tempor incididunt ut labore et dolore magna aliqua. </a:t>
            </a:r>
            <a:endParaRPr sz="1100">
              <a:solidFill>
                <a:schemeClr val="lt1"/>
              </a:solidFill>
              <a:latin typeface="Manrope"/>
              <a:ea typeface="Manrope"/>
              <a:cs typeface="Manrope"/>
              <a:sym typeface="Manrope"/>
            </a:endParaRPr>
          </a:p>
        </p:txBody>
      </p:sp>
      <p:sp>
        <p:nvSpPr>
          <p:cNvPr id="144" name="Google Shape;144;p35"/>
          <p:cNvSpPr txBox="1"/>
          <p:nvPr/>
        </p:nvSpPr>
        <p:spPr>
          <a:xfrm>
            <a:off x="7508067" y="3933159"/>
            <a:ext cx="1877437"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5400">
                <a:solidFill>
                  <a:schemeClr val="lt1"/>
                </a:solidFill>
                <a:latin typeface="Manrope"/>
                <a:ea typeface="Manrope"/>
                <a:cs typeface="Manrope"/>
                <a:sym typeface="Manrope"/>
              </a:rPr>
              <a:t>+290</a:t>
            </a:r>
            <a:endParaRPr/>
          </a:p>
        </p:txBody>
      </p:sp>
      <p:pic>
        <p:nvPicPr>
          <p:cNvPr id="145" name="Google Shape;145;p35"/>
          <p:cNvPicPr preferRelativeResize="0"/>
          <p:nvPr/>
        </p:nvPicPr>
        <p:blipFill rotWithShape="1">
          <a:blip r:embed="rId3">
            <a:alphaModFix/>
          </a:blip>
          <a:srcRect l="4972" r="4971"/>
          <a:stretch/>
        </p:blipFill>
        <p:spPr>
          <a:xfrm>
            <a:off x="7050088" y="584200"/>
            <a:ext cx="4554537" cy="2844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36"/>
          <p:cNvPicPr preferRelativeResize="0"/>
          <p:nvPr/>
        </p:nvPicPr>
        <p:blipFill rotWithShape="1">
          <a:blip r:embed="rId3">
            <a:alphaModFix/>
          </a:blip>
          <a:srcRect t="31812" b="31812"/>
          <a:stretch/>
        </p:blipFill>
        <p:spPr>
          <a:xfrm>
            <a:off x="587375" y="2554288"/>
            <a:ext cx="11017250" cy="2254250"/>
          </a:xfrm>
          <a:prstGeom prst="rect">
            <a:avLst/>
          </a:prstGeom>
          <a:noFill/>
          <a:ln>
            <a:noFill/>
          </a:ln>
        </p:spPr>
      </p:pic>
      <p:sp>
        <p:nvSpPr>
          <p:cNvPr id="151" name="Google Shape;151;p36"/>
          <p:cNvSpPr txBox="1"/>
          <p:nvPr/>
        </p:nvSpPr>
        <p:spPr>
          <a:xfrm>
            <a:off x="2059769" y="1120775"/>
            <a:ext cx="8563500" cy="1108200"/>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Strategic </a:t>
            </a:r>
            <a:r>
              <a:rPr lang="id-ID" sz="6600">
                <a:solidFill>
                  <a:schemeClr val="accent1"/>
                </a:solidFill>
                <a:latin typeface="Manrope"/>
                <a:ea typeface="Manrope"/>
                <a:cs typeface="Manrope"/>
                <a:sym typeface="Manrope"/>
              </a:rPr>
              <a:t>Partnership</a:t>
            </a:r>
            <a:endParaRPr/>
          </a:p>
        </p:txBody>
      </p:sp>
      <p:cxnSp>
        <p:nvCxnSpPr>
          <p:cNvPr id="152" name="Google Shape;152;p36"/>
          <p:cNvCxnSpPr/>
          <p:nvPr/>
        </p:nvCxnSpPr>
        <p:spPr>
          <a:xfrm>
            <a:off x="1946955" y="1286034"/>
            <a:ext cx="0" cy="643146"/>
          </a:xfrm>
          <a:prstGeom prst="straightConnector1">
            <a:avLst/>
          </a:prstGeom>
          <a:noFill/>
          <a:ln w="25400" cap="flat" cmpd="sng">
            <a:solidFill>
              <a:schemeClr val="accent2"/>
            </a:solidFill>
            <a:prstDash val="solid"/>
            <a:miter lim="800000"/>
            <a:headEnd type="none" w="sm" len="sm"/>
            <a:tailEnd type="none" w="sm" len="sm"/>
          </a:ln>
        </p:spPr>
      </p:cxnSp>
      <p:sp>
        <p:nvSpPr>
          <p:cNvPr id="153" name="Google Shape;153;p36"/>
          <p:cNvSpPr/>
          <p:nvPr/>
        </p:nvSpPr>
        <p:spPr>
          <a:xfrm>
            <a:off x="1235075" y="3591339"/>
            <a:ext cx="3154126" cy="2069686"/>
          </a:xfrm>
          <a:prstGeom prst="rect">
            <a:avLst/>
          </a:prstGeom>
          <a:solidFill>
            <a:schemeClr val="lt2"/>
          </a:solid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154" name="Google Shape;154;p36"/>
          <p:cNvSpPr/>
          <p:nvPr/>
        </p:nvSpPr>
        <p:spPr>
          <a:xfrm>
            <a:off x="4536400" y="3591339"/>
            <a:ext cx="3154126" cy="2069686"/>
          </a:xfrm>
          <a:prstGeom prst="rect">
            <a:avLst/>
          </a:prstGeom>
          <a:gradFill>
            <a:gsLst>
              <a:gs pos="0">
                <a:schemeClr val="accent1"/>
              </a:gs>
              <a:gs pos="99000">
                <a:schemeClr val="accent2"/>
              </a:gs>
              <a:gs pos="100000">
                <a:schemeClr val="accent2"/>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155" name="Google Shape;155;p36"/>
          <p:cNvSpPr/>
          <p:nvPr/>
        </p:nvSpPr>
        <p:spPr>
          <a:xfrm>
            <a:off x="7837724" y="3591339"/>
            <a:ext cx="3154126" cy="2069686"/>
          </a:xfrm>
          <a:prstGeom prst="rect">
            <a:avLst/>
          </a:prstGeom>
          <a:solidFill>
            <a:schemeClr val="lt2"/>
          </a:solid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156" name="Google Shape;156;p36"/>
          <p:cNvSpPr txBox="1"/>
          <p:nvPr/>
        </p:nvSpPr>
        <p:spPr>
          <a:xfrm>
            <a:off x="1500886" y="4500245"/>
            <a:ext cx="2611323" cy="82779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a:t>
            </a:r>
            <a:endParaRPr sz="1100">
              <a:solidFill>
                <a:srgbClr val="595959"/>
              </a:solidFill>
              <a:latin typeface="Manrope"/>
              <a:ea typeface="Manrope"/>
              <a:cs typeface="Manrope"/>
              <a:sym typeface="Manrope"/>
            </a:endParaRPr>
          </a:p>
        </p:txBody>
      </p:sp>
      <p:sp>
        <p:nvSpPr>
          <p:cNvPr id="157" name="Google Shape;157;p36"/>
          <p:cNvSpPr txBox="1"/>
          <p:nvPr/>
        </p:nvSpPr>
        <p:spPr>
          <a:xfrm>
            <a:off x="1500885" y="3977173"/>
            <a:ext cx="16146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Campaign Ads</a:t>
            </a:r>
            <a:endParaRPr/>
          </a:p>
        </p:txBody>
      </p:sp>
      <p:sp>
        <p:nvSpPr>
          <p:cNvPr id="158" name="Google Shape;158;p36"/>
          <p:cNvSpPr txBox="1"/>
          <p:nvPr/>
        </p:nvSpPr>
        <p:spPr>
          <a:xfrm>
            <a:off x="4800677" y="4500245"/>
            <a:ext cx="2611323" cy="82779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chemeClr val="lt1"/>
                </a:solidFill>
                <a:latin typeface="Manrope"/>
                <a:ea typeface="Manrope"/>
                <a:cs typeface="Manrope"/>
                <a:sym typeface="Manrope"/>
              </a:rPr>
              <a:t>Lorem ipsum dolor sit amet, consectetur adipiscing elit, sed do eiusmod tempor incididunt ut labore</a:t>
            </a:r>
            <a:endParaRPr sz="1100">
              <a:solidFill>
                <a:schemeClr val="lt1"/>
              </a:solidFill>
              <a:latin typeface="Manrope"/>
              <a:ea typeface="Manrope"/>
              <a:cs typeface="Manrope"/>
              <a:sym typeface="Manrope"/>
            </a:endParaRPr>
          </a:p>
        </p:txBody>
      </p:sp>
      <p:sp>
        <p:nvSpPr>
          <p:cNvPr id="159" name="Google Shape;159;p36"/>
          <p:cNvSpPr txBox="1"/>
          <p:nvPr/>
        </p:nvSpPr>
        <p:spPr>
          <a:xfrm>
            <a:off x="4800676" y="3977173"/>
            <a:ext cx="16146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lt1"/>
                </a:solidFill>
                <a:latin typeface="Manrope"/>
                <a:ea typeface="Manrope"/>
                <a:cs typeface="Manrope"/>
                <a:sym typeface="Manrope"/>
              </a:rPr>
              <a:t>ROI Projection</a:t>
            </a:r>
            <a:endParaRPr/>
          </a:p>
        </p:txBody>
      </p:sp>
      <p:sp>
        <p:nvSpPr>
          <p:cNvPr id="160" name="Google Shape;160;p36"/>
          <p:cNvSpPr txBox="1"/>
          <p:nvPr/>
        </p:nvSpPr>
        <p:spPr>
          <a:xfrm>
            <a:off x="8079791" y="4500245"/>
            <a:ext cx="2611323" cy="82779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a:t>
            </a:r>
            <a:endParaRPr sz="1100">
              <a:solidFill>
                <a:srgbClr val="595959"/>
              </a:solidFill>
              <a:latin typeface="Manrope"/>
              <a:ea typeface="Manrope"/>
              <a:cs typeface="Manrope"/>
              <a:sym typeface="Manrope"/>
            </a:endParaRPr>
          </a:p>
        </p:txBody>
      </p:sp>
      <p:sp>
        <p:nvSpPr>
          <p:cNvPr id="161" name="Google Shape;161;p36"/>
          <p:cNvSpPr txBox="1"/>
          <p:nvPr/>
        </p:nvSpPr>
        <p:spPr>
          <a:xfrm>
            <a:off x="8079790" y="3977173"/>
            <a:ext cx="18918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Full Management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7"/>
          <p:cNvSpPr/>
          <p:nvPr/>
        </p:nvSpPr>
        <p:spPr>
          <a:xfrm>
            <a:off x="6096000" y="584199"/>
            <a:ext cx="5508625" cy="2477655"/>
          </a:xfrm>
          <a:prstGeom prst="rect">
            <a:avLst/>
          </a:prstGeom>
          <a:gradFill>
            <a:gsLst>
              <a:gs pos="0">
                <a:schemeClr val="accent1"/>
              </a:gs>
              <a:gs pos="99000">
                <a:schemeClr val="accent2"/>
              </a:gs>
              <a:gs pos="100000">
                <a:schemeClr val="accent2"/>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167" name="Google Shape;167;p37"/>
          <p:cNvSpPr txBox="1"/>
          <p:nvPr/>
        </p:nvSpPr>
        <p:spPr>
          <a:xfrm>
            <a:off x="706457" y="3620929"/>
            <a:ext cx="4682700" cy="2185800"/>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Our Value</a:t>
            </a:r>
            <a:endParaRPr/>
          </a:p>
          <a:p>
            <a:pPr marL="0" marR="0" lvl="0" indent="0" algn="l" rtl="0">
              <a:lnSpc>
                <a:spcPct val="106060"/>
              </a:lnSpc>
              <a:spcBef>
                <a:spcPts val="0"/>
              </a:spcBef>
              <a:spcAft>
                <a:spcPts val="0"/>
              </a:spcAft>
              <a:buNone/>
            </a:pPr>
            <a:r>
              <a:rPr lang="id-ID" sz="6600">
                <a:solidFill>
                  <a:schemeClr val="accent1"/>
                </a:solidFill>
                <a:latin typeface="Manrope"/>
                <a:ea typeface="Manrope"/>
                <a:cs typeface="Manrope"/>
                <a:sym typeface="Manrope"/>
              </a:rPr>
              <a:t>Proposition</a:t>
            </a:r>
            <a:endParaRPr/>
          </a:p>
        </p:txBody>
      </p:sp>
      <p:cxnSp>
        <p:nvCxnSpPr>
          <p:cNvPr id="168" name="Google Shape;168;p37"/>
          <p:cNvCxnSpPr/>
          <p:nvPr/>
        </p:nvCxnSpPr>
        <p:spPr>
          <a:xfrm>
            <a:off x="593643" y="3862388"/>
            <a:ext cx="0" cy="1512002"/>
          </a:xfrm>
          <a:prstGeom prst="straightConnector1">
            <a:avLst/>
          </a:prstGeom>
          <a:noFill/>
          <a:ln w="25400" cap="flat" cmpd="sng">
            <a:solidFill>
              <a:schemeClr val="accent2"/>
            </a:solidFill>
            <a:prstDash val="solid"/>
            <a:miter lim="800000"/>
            <a:headEnd type="none" w="sm" len="sm"/>
            <a:tailEnd type="none" w="sm" len="sm"/>
          </a:ln>
        </p:spPr>
      </p:cxnSp>
      <p:sp>
        <p:nvSpPr>
          <p:cNvPr id="169" name="Google Shape;169;p37"/>
          <p:cNvSpPr txBox="1"/>
          <p:nvPr/>
        </p:nvSpPr>
        <p:spPr>
          <a:xfrm>
            <a:off x="6641814" y="1521997"/>
            <a:ext cx="4350036" cy="108170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chemeClr val="lt1"/>
                </a:solidFill>
                <a:latin typeface="Manrope"/>
                <a:ea typeface="Manrope"/>
                <a:cs typeface="Manrope"/>
                <a:sym typeface="Manrope"/>
              </a:rPr>
              <a:t>Lorem ipsum dolor sit amet, consectetur adipiscing elit, sed do eiusmod tempor incididunt ut labore et dolore magna aliqua. Ut enim ad minim veniam, quis nostrud exercitation ullamco laboris nisi ut aliquip ex ea commodo consequat. </a:t>
            </a:r>
            <a:endParaRPr sz="1100">
              <a:solidFill>
                <a:schemeClr val="lt1"/>
              </a:solidFill>
              <a:latin typeface="Manrope"/>
              <a:ea typeface="Manrope"/>
              <a:cs typeface="Manrope"/>
              <a:sym typeface="Manrope"/>
            </a:endParaRPr>
          </a:p>
        </p:txBody>
      </p:sp>
      <p:sp>
        <p:nvSpPr>
          <p:cNvPr id="170" name="Google Shape;170;p37"/>
          <p:cNvSpPr txBox="1"/>
          <p:nvPr/>
        </p:nvSpPr>
        <p:spPr>
          <a:xfrm>
            <a:off x="6641814" y="1050696"/>
            <a:ext cx="178606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lt1"/>
                </a:solidFill>
                <a:latin typeface="Manrope"/>
                <a:ea typeface="Manrope"/>
                <a:cs typeface="Manrope"/>
                <a:sym typeface="Manrope"/>
              </a:rPr>
              <a:t>Let’s Make it Big</a:t>
            </a:r>
            <a:endParaRPr/>
          </a:p>
        </p:txBody>
      </p:sp>
      <p:sp>
        <p:nvSpPr>
          <p:cNvPr id="171" name="Google Shape;171;p37"/>
          <p:cNvSpPr txBox="1"/>
          <p:nvPr/>
        </p:nvSpPr>
        <p:spPr>
          <a:xfrm>
            <a:off x="5917012" y="3416583"/>
            <a:ext cx="942887" cy="9480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5400" b="1">
                <a:solidFill>
                  <a:schemeClr val="accent1"/>
                </a:solidFill>
                <a:latin typeface="Manrope"/>
                <a:ea typeface="Manrope"/>
                <a:cs typeface="Manrope"/>
                <a:sym typeface="Manrope"/>
              </a:rPr>
              <a:t>01</a:t>
            </a:r>
            <a:endParaRPr/>
          </a:p>
        </p:txBody>
      </p:sp>
      <p:sp>
        <p:nvSpPr>
          <p:cNvPr id="172" name="Google Shape;172;p37"/>
          <p:cNvSpPr txBox="1"/>
          <p:nvPr/>
        </p:nvSpPr>
        <p:spPr>
          <a:xfrm>
            <a:off x="7142757" y="3897149"/>
            <a:ext cx="4455600" cy="5157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 </a:t>
            </a:r>
            <a:endParaRPr sz="1100">
              <a:solidFill>
                <a:srgbClr val="595959"/>
              </a:solidFill>
              <a:latin typeface="Manrope"/>
              <a:ea typeface="Manrope"/>
              <a:cs typeface="Manrope"/>
              <a:sym typeface="Manrope"/>
            </a:endParaRPr>
          </a:p>
        </p:txBody>
      </p:sp>
      <p:sp>
        <p:nvSpPr>
          <p:cNvPr id="173" name="Google Shape;173;p37"/>
          <p:cNvSpPr txBox="1"/>
          <p:nvPr/>
        </p:nvSpPr>
        <p:spPr>
          <a:xfrm>
            <a:off x="7142756" y="3487383"/>
            <a:ext cx="234551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This is Our Inspiration</a:t>
            </a:r>
            <a:endParaRPr/>
          </a:p>
        </p:txBody>
      </p:sp>
      <p:sp>
        <p:nvSpPr>
          <p:cNvPr id="174" name="Google Shape;174;p37"/>
          <p:cNvSpPr txBox="1"/>
          <p:nvPr/>
        </p:nvSpPr>
        <p:spPr>
          <a:xfrm>
            <a:off x="5917012" y="4690721"/>
            <a:ext cx="1051891"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5400" b="1">
                <a:solidFill>
                  <a:schemeClr val="accent1"/>
                </a:solidFill>
                <a:latin typeface="Manrope"/>
                <a:ea typeface="Manrope"/>
                <a:cs typeface="Manrope"/>
                <a:sym typeface="Manrope"/>
              </a:rPr>
              <a:t>02</a:t>
            </a:r>
            <a:endParaRPr/>
          </a:p>
        </p:txBody>
      </p:sp>
      <p:sp>
        <p:nvSpPr>
          <p:cNvPr id="175" name="Google Shape;175;p37"/>
          <p:cNvSpPr txBox="1"/>
          <p:nvPr/>
        </p:nvSpPr>
        <p:spPr>
          <a:xfrm>
            <a:off x="7142757" y="5171287"/>
            <a:ext cx="4455600" cy="5157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 </a:t>
            </a:r>
            <a:endParaRPr sz="1100">
              <a:solidFill>
                <a:srgbClr val="595959"/>
              </a:solidFill>
              <a:latin typeface="Manrope"/>
              <a:ea typeface="Manrope"/>
              <a:cs typeface="Manrope"/>
              <a:sym typeface="Manrope"/>
            </a:endParaRPr>
          </a:p>
        </p:txBody>
      </p:sp>
      <p:sp>
        <p:nvSpPr>
          <p:cNvPr id="176" name="Google Shape;176;p37"/>
          <p:cNvSpPr txBox="1"/>
          <p:nvPr/>
        </p:nvSpPr>
        <p:spPr>
          <a:xfrm>
            <a:off x="7142756" y="4761521"/>
            <a:ext cx="234551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This is Our Inspiration</a:t>
            </a:r>
            <a:endParaRPr/>
          </a:p>
        </p:txBody>
      </p:sp>
      <p:pic>
        <p:nvPicPr>
          <p:cNvPr id="177" name="Google Shape;177;p37"/>
          <p:cNvPicPr preferRelativeResize="0"/>
          <p:nvPr/>
        </p:nvPicPr>
        <p:blipFill rotWithShape="1">
          <a:blip r:embed="rId3">
            <a:alphaModFix/>
          </a:blip>
          <a:srcRect t="10012" b="10012"/>
          <a:stretch/>
        </p:blipFill>
        <p:spPr>
          <a:xfrm>
            <a:off x="587375" y="584200"/>
            <a:ext cx="5508625" cy="247808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pic>
        <p:nvPicPr>
          <p:cNvPr id="182" name="Google Shape;182;p38"/>
          <p:cNvPicPr preferRelativeResize="0"/>
          <p:nvPr/>
        </p:nvPicPr>
        <p:blipFill rotWithShape="1">
          <a:blip r:embed="rId3">
            <a:alphaModFix/>
          </a:blip>
          <a:srcRect l="832" r="833"/>
          <a:stretch/>
        </p:blipFill>
        <p:spPr>
          <a:xfrm>
            <a:off x="0" y="3429000"/>
            <a:ext cx="5994400" cy="3429000"/>
          </a:xfrm>
          <a:prstGeom prst="rect">
            <a:avLst/>
          </a:prstGeom>
          <a:noFill/>
          <a:ln>
            <a:noFill/>
          </a:ln>
        </p:spPr>
      </p:pic>
      <p:sp>
        <p:nvSpPr>
          <p:cNvPr id="183" name="Google Shape;183;p38"/>
          <p:cNvSpPr txBox="1"/>
          <p:nvPr/>
        </p:nvSpPr>
        <p:spPr>
          <a:xfrm>
            <a:off x="6739164" y="1147036"/>
            <a:ext cx="3187200" cy="2185800"/>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Case</a:t>
            </a:r>
            <a:endParaRPr/>
          </a:p>
          <a:p>
            <a:pPr marL="0" marR="0" lvl="0" indent="0" algn="l" rtl="0">
              <a:lnSpc>
                <a:spcPct val="106060"/>
              </a:lnSpc>
              <a:spcBef>
                <a:spcPts val="0"/>
              </a:spcBef>
              <a:spcAft>
                <a:spcPts val="0"/>
              </a:spcAft>
              <a:buNone/>
            </a:pPr>
            <a:r>
              <a:rPr lang="id-ID" sz="6600">
                <a:solidFill>
                  <a:schemeClr val="accent1"/>
                </a:solidFill>
                <a:latin typeface="Manrope"/>
                <a:ea typeface="Manrope"/>
                <a:cs typeface="Manrope"/>
                <a:sym typeface="Manrope"/>
              </a:rPr>
              <a:t>Studies</a:t>
            </a:r>
            <a:endParaRPr/>
          </a:p>
        </p:txBody>
      </p:sp>
      <p:cxnSp>
        <p:nvCxnSpPr>
          <p:cNvPr id="184" name="Google Shape;184;p38"/>
          <p:cNvCxnSpPr/>
          <p:nvPr/>
        </p:nvCxnSpPr>
        <p:spPr>
          <a:xfrm>
            <a:off x="6626350" y="1312295"/>
            <a:ext cx="0" cy="1512002"/>
          </a:xfrm>
          <a:prstGeom prst="straightConnector1">
            <a:avLst/>
          </a:prstGeom>
          <a:noFill/>
          <a:ln w="25400" cap="flat" cmpd="sng">
            <a:solidFill>
              <a:schemeClr val="accent2"/>
            </a:solidFill>
            <a:prstDash val="solid"/>
            <a:miter lim="800000"/>
            <a:headEnd type="none" w="sm" len="sm"/>
            <a:tailEnd type="none" w="sm" len="sm"/>
          </a:ln>
        </p:spPr>
      </p:cxnSp>
      <p:sp>
        <p:nvSpPr>
          <p:cNvPr id="185" name="Google Shape;185;p38"/>
          <p:cNvSpPr txBox="1"/>
          <p:nvPr/>
        </p:nvSpPr>
        <p:spPr>
          <a:xfrm>
            <a:off x="6739167" y="4655519"/>
            <a:ext cx="4252800" cy="10236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 Ut enim ad minim veniam, quis nostrud exercitation ullamco laboris nisi ut aliquip ex ea commodo consequat. </a:t>
            </a:r>
            <a:endParaRPr sz="1100">
              <a:solidFill>
                <a:srgbClr val="595959"/>
              </a:solidFill>
              <a:latin typeface="Manrope"/>
              <a:ea typeface="Manrope"/>
              <a:cs typeface="Manrope"/>
              <a:sym typeface="Manrope"/>
            </a:endParaRPr>
          </a:p>
        </p:txBody>
      </p:sp>
      <p:sp>
        <p:nvSpPr>
          <p:cNvPr id="186" name="Google Shape;186;p38"/>
          <p:cNvSpPr/>
          <p:nvPr/>
        </p:nvSpPr>
        <p:spPr>
          <a:xfrm>
            <a:off x="587375" y="1196975"/>
            <a:ext cx="4753880" cy="4464050"/>
          </a:xfrm>
          <a:prstGeom prst="rect">
            <a:avLst/>
          </a:prstGeom>
          <a:solidFill>
            <a:schemeClr val="lt1"/>
          </a:solidFill>
          <a:ln>
            <a:noFill/>
          </a:ln>
          <a:effectLst>
            <a:outerShdw blurRad="1270000" dist="1073575" dir="2640000" sx="88451" sy="88451" algn="tl" rotWithShape="0">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187" name="Google Shape;187;p38"/>
          <p:cNvSpPr txBox="1"/>
          <p:nvPr/>
        </p:nvSpPr>
        <p:spPr>
          <a:xfrm>
            <a:off x="704850" y="6006456"/>
            <a:ext cx="1497526"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900">
                <a:solidFill>
                  <a:schemeClr val="lt1"/>
                </a:solidFill>
                <a:latin typeface="Manrope"/>
                <a:ea typeface="Manrope"/>
                <a:cs typeface="Manrope"/>
                <a:sym typeface="Manrope"/>
              </a:rPr>
              <a:t>Pitch Deck Presentation</a:t>
            </a:r>
            <a:endParaRPr/>
          </a:p>
        </p:txBody>
      </p:sp>
      <p:cxnSp>
        <p:nvCxnSpPr>
          <p:cNvPr id="188" name="Google Shape;188;p38"/>
          <p:cNvCxnSpPr/>
          <p:nvPr/>
        </p:nvCxnSpPr>
        <p:spPr>
          <a:xfrm rot="10800000">
            <a:off x="622300" y="6006456"/>
            <a:ext cx="0" cy="230832"/>
          </a:xfrm>
          <a:prstGeom prst="straightConnector1">
            <a:avLst/>
          </a:prstGeom>
          <a:noFill/>
          <a:ln w="66675" cap="flat" cmpd="sng">
            <a:solidFill>
              <a:schemeClr val="lt1"/>
            </a:solidFill>
            <a:prstDash val="solid"/>
            <a:miter lim="800000"/>
            <a:headEnd type="none" w="sm" len="sm"/>
            <a:tailEnd type="none" w="sm" len="sm"/>
          </a:ln>
        </p:spPr>
      </p:cxnSp>
      <p:sp>
        <p:nvSpPr>
          <p:cNvPr id="189" name="Google Shape;189;p38"/>
          <p:cNvSpPr txBox="1"/>
          <p:nvPr/>
        </p:nvSpPr>
        <p:spPr>
          <a:xfrm>
            <a:off x="1141109" y="2727839"/>
            <a:ext cx="3483900" cy="7695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 </a:t>
            </a:r>
            <a:endParaRPr sz="1100">
              <a:solidFill>
                <a:srgbClr val="595959"/>
              </a:solidFill>
              <a:latin typeface="Manrope"/>
              <a:ea typeface="Manrope"/>
              <a:cs typeface="Manrope"/>
              <a:sym typeface="Manrope"/>
            </a:endParaRPr>
          </a:p>
        </p:txBody>
      </p:sp>
      <p:sp>
        <p:nvSpPr>
          <p:cNvPr id="190" name="Google Shape;190;p38"/>
          <p:cNvSpPr txBox="1"/>
          <p:nvPr/>
        </p:nvSpPr>
        <p:spPr>
          <a:xfrm>
            <a:off x="1141109" y="1706768"/>
            <a:ext cx="1877437"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5400" b="1">
                <a:solidFill>
                  <a:schemeClr val="accent1"/>
                </a:solidFill>
                <a:latin typeface="Manrope"/>
                <a:ea typeface="Manrope"/>
                <a:cs typeface="Manrope"/>
                <a:sym typeface="Manrope"/>
              </a:rPr>
              <a:t>+290</a:t>
            </a:r>
            <a:endParaRPr/>
          </a:p>
        </p:txBody>
      </p:sp>
      <p:sp>
        <p:nvSpPr>
          <p:cNvPr id="191" name="Google Shape;191;p38"/>
          <p:cNvSpPr txBox="1"/>
          <p:nvPr/>
        </p:nvSpPr>
        <p:spPr>
          <a:xfrm>
            <a:off x="1141109" y="4198830"/>
            <a:ext cx="3483900" cy="7695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 </a:t>
            </a:r>
            <a:endParaRPr sz="1100">
              <a:solidFill>
                <a:srgbClr val="595959"/>
              </a:solidFill>
              <a:latin typeface="Manrope"/>
              <a:ea typeface="Manrope"/>
              <a:cs typeface="Manrope"/>
              <a:sym typeface="Manrop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9"/>
          <p:cNvSpPr txBox="1"/>
          <p:nvPr/>
        </p:nvSpPr>
        <p:spPr>
          <a:xfrm>
            <a:off x="706457" y="1131538"/>
            <a:ext cx="4429500" cy="2185800"/>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Scaling</a:t>
            </a:r>
            <a:endParaRPr/>
          </a:p>
          <a:p>
            <a:pPr marL="0" marR="0" lvl="0" indent="0" algn="l" rtl="0">
              <a:lnSpc>
                <a:spcPct val="106060"/>
              </a:lnSpc>
              <a:spcBef>
                <a:spcPts val="0"/>
              </a:spcBef>
              <a:spcAft>
                <a:spcPts val="0"/>
              </a:spcAft>
              <a:buNone/>
            </a:pPr>
            <a:r>
              <a:rPr lang="id-ID" sz="6600">
                <a:solidFill>
                  <a:schemeClr val="accent1"/>
                </a:solidFill>
                <a:latin typeface="Manrope"/>
                <a:ea typeface="Manrope"/>
                <a:cs typeface="Manrope"/>
                <a:sym typeface="Manrope"/>
              </a:rPr>
              <a:t>The Future</a:t>
            </a:r>
            <a:endParaRPr/>
          </a:p>
        </p:txBody>
      </p:sp>
      <p:cxnSp>
        <p:nvCxnSpPr>
          <p:cNvPr id="197" name="Google Shape;197;p39"/>
          <p:cNvCxnSpPr/>
          <p:nvPr/>
        </p:nvCxnSpPr>
        <p:spPr>
          <a:xfrm>
            <a:off x="593643" y="1296797"/>
            <a:ext cx="0" cy="1512002"/>
          </a:xfrm>
          <a:prstGeom prst="straightConnector1">
            <a:avLst/>
          </a:prstGeom>
          <a:noFill/>
          <a:ln w="25400" cap="flat" cmpd="sng">
            <a:solidFill>
              <a:schemeClr val="accent2"/>
            </a:solidFill>
            <a:prstDash val="solid"/>
            <a:miter lim="800000"/>
            <a:headEnd type="none" w="sm" len="sm"/>
            <a:tailEnd type="none" w="sm" len="sm"/>
          </a:ln>
        </p:spPr>
      </p:cxnSp>
      <p:sp>
        <p:nvSpPr>
          <p:cNvPr id="198" name="Google Shape;198;p39"/>
          <p:cNvSpPr txBox="1"/>
          <p:nvPr/>
        </p:nvSpPr>
        <p:spPr>
          <a:xfrm>
            <a:off x="587375" y="4579319"/>
            <a:ext cx="4548500" cy="108170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 Ut enim ad minim veniam, quis nostrud exercitation ullamco laboris nisi ut aliquip ex ea commodo consequat. </a:t>
            </a:r>
            <a:endParaRPr sz="1100">
              <a:solidFill>
                <a:srgbClr val="595959"/>
              </a:solidFill>
              <a:latin typeface="Manrope"/>
              <a:ea typeface="Manrope"/>
              <a:cs typeface="Manrope"/>
              <a:sym typeface="Manrope"/>
            </a:endParaRPr>
          </a:p>
        </p:txBody>
      </p:sp>
      <p:sp>
        <p:nvSpPr>
          <p:cNvPr id="199" name="Google Shape;199;p39"/>
          <p:cNvSpPr txBox="1"/>
          <p:nvPr/>
        </p:nvSpPr>
        <p:spPr>
          <a:xfrm>
            <a:off x="587375" y="4108018"/>
            <a:ext cx="178606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Let’s Make it Big</a:t>
            </a:r>
            <a:endParaRPr/>
          </a:p>
        </p:txBody>
      </p:sp>
      <p:sp>
        <p:nvSpPr>
          <p:cNvPr id="200" name="Google Shape;200;p39"/>
          <p:cNvSpPr/>
          <p:nvPr/>
        </p:nvSpPr>
        <p:spPr>
          <a:xfrm>
            <a:off x="8879224" y="1160463"/>
            <a:ext cx="2725401" cy="2169759"/>
          </a:xfrm>
          <a:prstGeom prst="rect">
            <a:avLst/>
          </a:prstGeom>
          <a:solidFill>
            <a:schemeClr val="lt2"/>
          </a:solidFill>
          <a:ln w="254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201" name="Google Shape;201;p39"/>
          <p:cNvSpPr/>
          <p:nvPr/>
        </p:nvSpPr>
        <p:spPr>
          <a:xfrm>
            <a:off x="8879224" y="3491266"/>
            <a:ext cx="2725401" cy="2169759"/>
          </a:xfrm>
          <a:prstGeom prst="rect">
            <a:avLst/>
          </a:prstGeom>
          <a:solidFill>
            <a:schemeClr val="lt2"/>
          </a:solidFill>
          <a:ln w="254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202" name="Google Shape;202;p39"/>
          <p:cNvSpPr/>
          <p:nvPr/>
        </p:nvSpPr>
        <p:spPr>
          <a:xfrm>
            <a:off x="5960430" y="1160463"/>
            <a:ext cx="2725401" cy="2169759"/>
          </a:xfrm>
          <a:prstGeom prst="rect">
            <a:avLst/>
          </a:prstGeom>
          <a:gradFill>
            <a:gsLst>
              <a:gs pos="0">
                <a:schemeClr val="accent1"/>
              </a:gs>
              <a:gs pos="99000">
                <a:schemeClr val="accent2"/>
              </a:gs>
              <a:gs pos="100000">
                <a:schemeClr val="accent2"/>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203" name="Google Shape;203;p39"/>
          <p:cNvSpPr/>
          <p:nvPr/>
        </p:nvSpPr>
        <p:spPr>
          <a:xfrm>
            <a:off x="5960430" y="3491266"/>
            <a:ext cx="2725401" cy="2169759"/>
          </a:xfrm>
          <a:prstGeom prst="rect">
            <a:avLst/>
          </a:prstGeom>
          <a:solidFill>
            <a:schemeClr val="lt2"/>
          </a:solidFill>
          <a:ln w="254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204" name="Google Shape;204;p39"/>
          <p:cNvSpPr txBox="1"/>
          <p:nvPr/>
        </p:nvSpPr>
        <p:spPr>
          <a:xfrm>
            <a:off x="6266663" y="2075981"/>
            <a:ext cx="2112934" cy="827791"/>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id-ID" sz="1100" b="0" i="0">
                <a:solidFill>
                  <a:schemeClr val="lt1"/>
                </a:solidFill>
                <a:latin typeface="Manrope"/>
                <a:ea typeface="Manrope"/>
                <a:cs typeface="Manrope"/>
                <a:sym typeface="Manrope"/>
              </a:rPr>
              <a:t>Lorem ipsum dolor sit amet, consectetur adipiscing elit, sed do eiusmod tempor</a:t>
            </a:r>
            <a:endParaRPr sz="1100">
              <a:solidFill>
                <a:schemeClr val="lt1"/>
              </a:solidFill>
              <a:latin typeface="Manrope"/>
              <a:ea typeface="Manrope"/>
              <a:cs typeface="Manrope"/>
              <a:sym typeface="Manrope"/>
            </a:endParaRPr>
          </a:p>
        </p:txBody>
      </p:sp>
      <p:sp>
        <p:nvSpPr>
          <p:cNvPr id="205" name="Google Shape;205;p39"/>
          <p:cNvSpPr txBox="1"/>
          <p:nvPr/>
        </p:nvSpPr>
        <p:spPr>
          <a:xfrm>
            <a:off x="6769935" y="1546608"/>
            <a:ext cx="1106393"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d-ID" sz="1600" b="1">
                <a:solidFill>
                  <a:schemeClr val="lt1"/>
                </a:solidFill>
                <a:latin typeface="Manrope"/>
                <a:ea typeface="Manrope"/>
                <a:cs typeface="Manrope"/>
                <a:sym typeface="Manrope"/>
              </a:rPr>
              <a:t>Meta Ads</a:t>
            </a:r>
            <a:endParaRPr/>
          </a:p>
        </p:txBody>
      </p:sp>
      <p:sp>
        <p:nvSpPr>
          <p:cNvPr id="206" name="Google Shape;206;p39"/>
          <p:cNvSpPr txBox="1"/>
          <p:nvPr/>
        </p:nvSpPr>
        <p:spPr>
          <a:xfrm>
            <a:off x="9185457" y="2075981"/>
            <a:ext cx="2112934" cy="827791"/>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a:t>
            </a:r>
            <a:endParaRPr sz="1100">
              <a:solidFill>
                <a:srgbClr val="595959"/>
              </a:solidFill>
              <a:latin typeface="Manrope"/>
              <a:ea typeface="Manrope"/>
              <a:cs typeface="Manrope"/>
              <a:sym typeface="Manrope"/>
            </a:endParaRPr>
          </a:p>
        </p:txBody>
      </p:sp>
      <p:sp>
        <p:nvSpPr>
          <p:cNvPr id="207" name="Google Shape;207;p39"/>
          <p:cNvSpPr txBox="1"/>
          <p:nvPr/>
        </p:nvSpPr>
        <p:spPr>
          <a:xfrm>
            <a:off x="9711973" y="1546608"/>
            <a:ext cx="1059907"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d-ID" sz="1600" b="1">
                <a:solidFill>
                  <a:schemeClr val="accent3"/>
                </a:solidFill>
                <a:latin typeface="Manrope"/>
                <a:ea typeface="Manrope"/>
                <a:cs typeface="Manrope"/>
                <a:sym typeface="Manrope"/>
              </a:rPr>
              <a:t>Property</a:t>
            </a:r>
            <a:endParaRPr/>
          </a:p>
        </p:txBody>
      </p:sp>
      <p:sp>
        <p:nvSpPr>
          <p:cNvPr id="208" name="Google Shape;208;p39"/>
          <p:cNvSpPr txBox="1"/>
          <p:nvPr/>
        </p:nvSpPr>
        <p:spPr>
          <a:xfrm>
            <a:off x="6266663" y="4425481"/>
            <a:ext cx="2112934" cy="827791"/>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a:t>
            </a:r>
            <a:endParaRPr sz="1100">
              <a:solidFill>
                <a:srgbClr val="595959"/>
              </a:solidFill>
              <a:latin typeface="Manrope"/>
              <a:ea typeface="Manrope"/>
              <a:cs typeface="Manrope"/>
              <a:sym typeface="Manrope"/>
            </a:endParaRPr>
          </a:p>
        </p:txBody>
      </p:sp>
      <p:sp>
        <p:nvSpPr>
          <p:cNvPr id="209" name="Google Shape;209;p39"/>
          <p:cNvSpPr txBox="1"/>
          <p:nvPr/>
        </p:nvSpPr>
        <p:spPr>
          <a:xfrm>
            <a:off x="6440523" y="3896108"/>
            <a:ext cx="176522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d-ID" sz="1600" b="1">
                <a:solidFill>
                  <a:schemeClr val="dk1"/>
                </a:solidFill>
                <a:latin typeface="Manrope"/>
                <a:ea typeface="Manrope"/>
                <a:cs typeface="Manrope"/>
                <a:sym typeface="Manrope"/>
              </a:rPr>
              <a:t>Vacation Rental</a:t>
            </a:r>
            <a:endParaRPr/>
          </a:p>
        </p:txBody>
      </p:sp>
      <p:sp>
        <p:nvSpPr>
          <p:cNvPr id="210" name="Google Shape;210;p39"/>
          <p:cNvSpPr txBox="1"/>
          <p:nvPr/>
        </p:nvSpPr>
        <p:spPr>
          <a:xfrm>
            <a:off x="9185457" y="4425481"/>
            <a:ext cx="2112934" cy="827791"/>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a:t>
            </a:r>
            <a:endParaRPr sz="1100">
              <a:solidFill>
                <a:srgbClr val="595959"/>
              </a:solidFill>
              <a:latin typeface="Manrope"/>
              <a:ea typeface="Manrope"/>
              <a:cs typeface="Manrope"/>
              <a:sym typeface="Manrope"/>
            </a:endParaRPr>
          </a:p>
        </p:txBody>
      </p:sp>
      <p:sp>
        <p:nvSpPr>
          <p:cNvPr id="211" name="Google Shape;211;p39"/>
          <p:cNvSpPr txBox="1"/>
          <p:nvPr/>
        </p:nvSpPr>
        <p:spPr>
          <a:xfrm>
            <a:off x="9295996" y="3896108"/>
            <a:ext cx="189186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id-ID" sz="1600" b="1">
                <a:solidFill>
                  <a:schemeClr val="accent3"/>
                </a:solidFill>
                <a:latin typeface="Manrope"/>
                <a:ea typeface="Manrope"/>
                <a:cs typeface="Manrope"/>
                <a:sym typeface="Manrope"/>
              </a:rPr>
              <a:t>Full Management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40"/>
          <p:cNvSpPr txBox="1"/>
          <p:nvPr/>
        </p:nvSpPr>
        <p:spPr>
          <a:xfrm>
            <a:off x="706457" y="1131538"/>
            <a:ext cx="4758000" cy="2185800"/>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Strategic</a:t>
            </a:r>
            <a:endParaRPr/>
          </a:p>
          <a:p>
            <a:pPr marL="0" marR="0" lvl="0" indent="0" algn="l" rtl="0">
              <a:lnSpc>
                <a:spcPct val="106060"/>
              </a:lnSpc>
              <a:spcBef>
                <a:spcPts val="0"/>
              </a:spcBef>
              <a:spcAft>
                <a:spcPts val="0"/>
              </a:spcAft>
              <a:buNone/>
            </a:pPr>
            <a:r>
              <a:rPr lang="id-ID" sz="6600">
                <a:solidFill>
                  <a:schemeClr val="accent1"/>
                </a:solidFill>
                <a:latin typeface="Manrope"/>
                <a:ea typeface="Manrope"/>
                <a:cs typeface="Manrope"/>
                <a:sym typeface="Manrope"/>
              </a:rPr>
              <a:t>Partnership</a:t>
            </a:r>
            <a:endParaRPr/>
          </a:p>
        </p:txBody>
      </p:sp>
      <p:cxnSp>
        <p:nvCxnSpPr>
          <p:cNvPr id="217" name="Google Shape;217;p40"/>
          <p:cNvCxnSpPr/>
          <p:nvPr/>
        </p:nvCxnSpPr>
        <p:spPr>
          <a:xfrm>
            <a:off x="593643" y="1296797"/>
            <a:ext cx="0" cy="1512002"/>
          </a:xfrm>
          <a:prstGeom prst="straightConnector1">
            <a:avLst/>
          </a:prstGeom>
          <a:noFill/>
          <a:ln w="25400" cap="flat" cmpd="sng">
            <a:solidFill>
              <a:schemeClr val="accent2"/>
            </a:solidFill>
            <a:prstDash val="solid"/>
            <a:miter lim="800000"/>
            <a:headEnd type="none" w="sm" len="sm"/>
            <a:tailEnd type="none" w="sm" len="sm"/>
          </a:ln>
        </p:spPr>
      </p:cxnSp>
      <p:sp>
        <p:nvSpPr>
          <p:cNvPr id="218" name="Google Shape;218;p40"/>
          <p:cNvSpPr/>
          <p:nvPr/>
        </p:nvSpPr>
        <p:spPr>
          <a:xfrm>
            <a:off x="6096001" y="0"/>
            <a:ext cx="6096000" cy="6858000"/>
          </a:xfrm>
          <a:prstGeom prst="rect">
            <a:avLst/>
          </a:prstGeom>
          <a:gradFill>
            <a:gsLst>
              <a:gs pos="0">
                <a:schemeClr val="accent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219" name="Google Shape;219;p40"/>
          <p:cNvSpPr txBox="1"/>
          <p:nvPr/>
        </p:nvSpPr>
        <p:spPr>
          <a:xfrm>
            <a:off x="587375" y="4579319"/>
            <a:ext cx="4548500" cy="108170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 Ut enim ad minim veniam, quis nostrud exercitation ullamco laboris nisi ut aliquip ex ea commodo consequat. </a:t>
            </a:r>
            <a:endParaRPr sz="1100">
              <a:solidFill>
                <a:srgbClr val="595959"/>
              </a:solidFill>
              <a:latin typeface="Manrope"/>
              <a:ea typeface="Manrope"/>
              <a:cs typeface="Manrope"/>
              <a:sym typeface="Manrope"/>
            </a:endParaRPr>
          </a:p>
        </p:txBody>
      </p:sp>
      <p:sp>
        <p:nvSpPr>
          <p:cNvPr id="220" name="Google Shape;220;p40"/>
          <p:cNvSpPr txBox="1"/>
          <p:nvPr/>
        </p:nvSpPr>
        <p:spPr>
          <a:xfrm>
            <a:off x="6593780" y="1210702"/>
            <a:ext cx="942887" cy="9480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5400" b="1">
                <a:solidFill>
                  <a:schemeClr val="lt1"/>
                </a:solidFill>
                <a:latin typeface="Manrope"/>
                <a:ea typeface="Manrope"/>
                <a:cs typeface="Manrope"/>
                <a:sym typeface="Manrope"/>
              </a:rPr>
              <a:t>01</a:t>
            </a:r>
            <a:endParaRPr/>
          </a:p>
        </p:txBody>
      </p:sp>
      <p:sp>
        <p:nvSpPr>
          <p:cNvPr id="221" name="Google Shape;221;p40"/>
          <p:cNvSpPr txBox="1"/>
          <p:nvPr/>
        </p:nvSpPr>
        <p:spPr>
          <a:xfrm>
            <a:off x="7736401" y="1740038"/>
            <a:ext cx="38682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chemeClr val="lt1"/>
                </a:solidFill>
                <a:latin typeface="Manrope"/>
                <a:ea typeface="Manrope"/>
                <a:cs typeface="Manrope"/>
                <a:sym typeface="Manrope"/>
              </a:rPr>
              <a:t>Lorem ipsum dolor sit amet, consectetur adipiscing elit,</a:t>
            </a:r>
            <a:endParaRPr sz="1100">
              <a:solidFill>
                <a:schemeClr val="lt1"/>
              </a:solidFill>
              <a:latin typeface="Manrope"/>
              <a:ea typeface="Manrope"/>
              <a:cs typeface="Manrope"/>
              <a:sym typeface="Manrope"/>
            </a:endParaRPr>
          </a:p>
        </p:txBody>
      </p:sp>
      <p:sp>
        <p:nvSpPr>
          <p:cNvPr id="222" name="Google Shape;222;p40"/>
          <p:cNvSpPr txBox="1"/>
          <p:nvPr/>
        </p:nvSpPr>
        <p:spPr>
          <a:xfrm>
            <a:off x="7736400" y="1330272"/>
            <a:ext cx="197041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lt1"/>
                </a:solidFill>
                <a:latin typeface="Manrope"/>
                <a:ea typeface="Manrope"/>
                <a:cs typeface="Manrope"/>
                <a:sym typeface="Manrope"/>
              </a:rPr>
              <a:t>Campaign Launch</a:t>
            </a:r>
            <a:endParaRPr/>
          </a:p>
        </p:txBody>
      </p:sp>
      <p:sp>
        <p:nvSpPr>
          <p:cNvPr id="223" name="Google Shape;223;p40"/>
          <p:cNvSpPr txBox="1"/>
          <p:nvPr/>
        </p:nvSpPr>
        <p:spPr>
          <a:xfrm>
            <a:off x="6593780" y="2394616"/>
            <a:ext cx="1051891"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5400" b="1">
                <a:solidFill>
                  <a:schemeClr val="lt1"/>
                </a:solidFill>
                <a:latin typeface="Manrope"/>
                <a:ea typeface="Manrope"/>
                <a:cs typeface="Manrope"/>
                <a:sym typeface="Manrope"/>
              </a:rPr>
              <a:t>02</a:t>
            </a:r>
            <a:endParaRPr/>
          </a:p>
        </p:txBody>
      </p:sp>
      <p:sp>
        <p:nvSpPr>
          <p:cNvPr id="224" name="Google Shape;224;p40"/>
          <p:cNvSpPr txBox="1"/>
          <p:nvPr/>
        </p:nvSpPr>
        <p:spPr>
          <a:xfrm>
            <a:off x="7736401" y="2907452"/>
            <a:ext cx="38682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chemeClr val="lt1"/>
                </a:solidFill>
                <a:latin typeface="Manrope"/>
                <a:ea typeface="Manrope"/>
                <a:cs typeface="Manrope"/>
                <a:sym typeface="Manrope"/>
              </a:rPr>
              <a:t>Lorem ipsum dolor sit amet, consectetur adipiscing elit, </a:t>
            </a:r>
            <a:endParaRPr sz="1100">
              <a:solidFill>
                <a:schemeClr val="lt1"/>
              </a:solidFill>
              <a:latin typeface="Manrope"/>
              <a:ea typeface="Manrope"/>
              <a:cs typeface="Manrope"/>
              <a:sym typeface="Manrope"/>
            </a:endParaRPr>
          </a:p>
        </p:txBody>
      </p:sp>
      <p:sp>
        <p:nvSpPr>
          <p:cNvPr id="225" name="Google Shape;225;p40"/>
          <p:cNvSpPr txBox="1"/>
          <p:nvPr/>
        </p:nvSpPr>
        <p:spPr>
          <a:xfrm>
            <a:off x="7736400" y="2497686"/>
            <a:ext cx="263084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lt1"/>
                </a:solidFill>
                <a:latin typeface="Manrope"/>
                <a:ea typeface="Manrope"/>
                <a:cs typeface="Manrope"/>
                <a:sym typeface="Manrope"/>
              </a:rPr>
              <a:t>Promotional Partnership</a:t>
            </a:r>
            <a:endParaRPr/>
          </a:p>
        </p:txBody>
      </p:sp>
      <p:sp>
        <p:nvSpPr>
          <p:cNvPr id="226" name="Google Shape;226;p40"/>
          <p:cNvSpPr txBox="1"/>
          <p:nvPr/>
        </p:nvSpPr>
        <p:spPr>
          <a:xfrm>
            <a:off x="6593780" y="3553780"/>
            <a:ext cx="1042273"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5400" b="1">
                <a:solidFill>
                  <a:schemeClr val="lt1"/>
                </a:solidFill>
                <a:latin typeface="Manrope"/>
                <a:ea typeface="Manrope"/>
                <a:cs typeface="Manrope"/>
                <a:sym typeface="Manrope"/>
              </a:rPr>
              <a:t>03</a:t>
            </a:r>
            <a:endParaRPr/>
          </a:p>
        </p:txBody>
      </p:sp>
      <p:sp>
        <p:nvSpPr>
          <p:cNvPr id="227" name="Google Shape;227;p40"/>
          <p:cNvSpPr txBox="1"/>
          <p:nvPr/>
        </p:nvSpPr>
        <p:spPr>
          <a:xfrm>
            <a:off x="7736401" y="4074866"/>
            <a:ext cx="38682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chemeClr val="lt1"/>
                </a:solidFill>
                <a:latin typeface="Manrope"/>
                <a:ea typeface="Manrope"/>
                <a:cs typeface="Manrope"/>
                <a:sym typeface="Manrope"/>
              </a:rPr>
              <a:t>Lorem ipsum dolor sit amet, consectetur adipiscing elit, </a:t>
            </a:r>
            <a:endParaRPr sz="1100">
              <a:solidFill>
                <a:schemeClr val="lt1"/>
              </a:solidFill>
              <a:latin typeface="Manrope"/>
              <a:ea typeface="Manrope"/>
              <a:cs typeface="Manrope"/>
              <a:sym typeface="Manrope"/>
            </a:endParaRPr>
          </a:p>
        </p:txBody>
      </p:sp>
      <p:sp>
        <p:nvSpPr>
          <p:cNvPr id="228" name="Google Shape;228;p40"/>
          <p:cNvSpPr txBox="1"/>
          <p:nvPr/>
        </p:nvSpPr>
        <p:spPr>
          <a:xfrm>
            <a:off x="7736400" y="3665100"/>
            <a:ext cx="223811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lt1"/>
                </a:solidFill>
                <a:latin typeface="Manrope"/>
                <a:ea typeface="Manrope"/>
                <a:cs typeface="Manrope"/>
                <a:sym typeface="Manrope"/>
              </a:rPr>
              <a:t>Sales Extra Discount</a:t>
            </a:r>
            <a:endParaRPr/>
          </a:p>
        </p:txBody>
      </p:sp>
      <p:sp>
        <p:nvSpPr>
          <p:cNvPr id="229" name="Google Shape;229;p40"/>
          <p:cNvSpPr txBox="1"/>
          <p:nvPr/>
        </p:nvSpPr>
        <p:spPr>
          <a:xfrm>
            <a:off x="6593780" y="4712945"/>
            <a:ext cx="1061509"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5400" b="1">
                <a:solidFill>
                  <a:schemeClr val="lt1"/>
                </a:solidFill>
                <a:latin typeface="Manrope"/>
                <a:ea typeface="Manrope"/>
                <a:cs typeface="Manrope"/>
                <a:sym typeface="Manrope"/>
              </a:rPr>
              <a:t>04</a:t>
            </a:r>
            <a:endParaRPr/>
          </a:p>
        </p:txBody>
      </p:sp>
      <p:sp>
        <p:nvSpPr>
          <p:cNvPr id="230" name="Google Shape;230;p40"/>
          <p:cNvSpPr txBox="1"/>
          <p:nvPr/>
        </p:nvSpPr>
        <p:spPr>
          <a:xfrm>
            <a:off x="7736401" y="5242281"/>
            <a:ext cx="38682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chemeClr val="lt1"/>
                </a:solidFill>
                <a:latin typeface="Manrope"/>
                <a:ea typeface="Manrope"/>
                <a:cs typeface="Manrope"/>
                <a:sym typeface="Manrope"/>
              </a:rPr>
              <a:t>Lorem ipsum dolor sit amet, consectetur adipiscing elit, </a:t>
            </a:r>
            <a:endParaRPr sz="1100">
              <a:solidFill>
                <a:schemeClr val="lt1"/>
              </a:solidFill>
              <a:latin typeface="Manrope"/>
              <a:ea typeface="Manrope"/>
              <a:cs typeface="Manrope"/>
              <a:sym typeface="Manrope"/>
            </a:endParaRPr>
          </a:p>
        </p:txBody>
      </p:sp>
      <p:sp>
        <p:nvSpPr>
          <p:cNvPr id="231" name="Google Shape;231;p40"/>
          <p:cNvSpPr txBox="1"/>
          <p:nvPr/>
        </p:nvSpPr>
        <p:spPr>
          <a:xfrm>
            <a:off x="7736400" y="4832515"/>
            <a:ext cx="194957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lt1"/>
                </a:solidFill>
                <a:latin typeface="Manrope"/>
                <a:ea typeface="Manrope"/>
                <a:cs typeface="Manrope"/>
                <a:sym typeface="Manrope"/>
              </a:rPr>
              <a:t>End Year Bonuses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41"/>
          <p:cNvSpPr txBox="1"/>
          <p:nvPr/>
        </p:nvSpPr>
        <p:spPr>
          <a:xfrm>
            <a:off x="1514576" y="1120775"/>
            <a:ext cx="9477300" cy="1108200"/>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Key Milestone </a:t>
            </a:r>
            <a:r>
              <a:rPr lang="id-ID" sz="6600">
                <a:solidFill>
                  <a:schemeClr val="accent1"/>
                </a:solidFill>
                <a:latin typeface="Manrope"/>
                <a:ea typeface="Manrope"/>
                <a:cs typeface="Manrope"/>
                <a:sym typeface="Manrope"/>
              </a:rPr>
              <a:t>Achieved</a:t>
            </a:r>
            <a:endParaRPr/>
          </a:p>
        </p:txBody>
      </p:sp>
      <p:cxnSp>
        <p:nvCxnSpPr>
          <p:cNvPr id="237" name="Google Shape;237;p41"/>
          <p:cNvCxnSpPr/>
          <p:nvPr/>
        </p:nvCxnSpPr>
        <p:spPr>
          <a:xfrm>
            <a:off x="1401762" y="1286034"/>
            <a:ext cx="0" cy="643146"/>
          </a:xfrm>
          <a:prstGeom prst="straightConnector1">
            <a:avLst/>
          </a:prstGeom>
          <a:noFill/>
          <a:ln w="25400" cap="flat" cmpd="sng">
            <a:solidFill>
              <a:schemeClr val="accent2"/>
            </a:solidFill>
            <a:prstDash val="solid"/>
            <a:miter lim="800000"/>
            <a:headEnd type="none" w="sm" len="sm"/>
            <a:tailEnd type="none" w="sm" len="sm"/>
          </a:ln>
        </p:spPr>
      </p:cxnSp>
      <p:sp>
        <p:nvSpPr>
          <p:cNvPr id="238" name="Google Shape;238;p41"/>
          <p:cNvSpPr/>
          <p:nvPr/>
        </p:nvSpPr>
        <p:spPr>
          <a:xfrm>
            <a:off x="587381" y="0"/>
            <a:ext cx="11017243" cy="584200"/>
          </a:xfrm>
          <a:prstGeom prst="rect">
            <a:avLst/>
          </a:prstGeom>
          <a:gradFill>
            <a:gsLst>
              <a:gs pos="0">
                <a:schemeClr val="accent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239" name="Google Shape;239;p41"/>
          <p:cNvSpPr/>
          <p:nvPr/>
        </p:nvSpPr>
        <p:spPr>
          <a:xfrm>
            <a:off x="587374" y="2322287"/>
            <a:ext cx="11017238" cy="3338738"/>
          </a:xfrm>
          <a:prstGeom prst="rect">
            <a:avLst/>
          </a:prstGeom>
          <a:solidFill>
            <a:schemeClr val="lt1"/>
          </a:solidFill>
          <a:ln>
            <a:noFill/>
          </a:ln>
          <a:effectLst>
            <a:outerShdw blurRad="1270000" dist="1073575" dir="2640000" sx="88451" sy="88451" algn="tl" rotWithShape="0">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240" name="Google Shape;240;p41"/>
          <p:cNvSpPr txBox="1"/>
          <p:nvPr/>
        </p:nvSpPr>
        <p:spPr>
          <a:xfrm>
            <a:off x="2039938" y="4599540"/>
            <a:ext cx="8112125" cy="573875"/>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 Ut enim ad minim veniam, quis nostrud exercitation ullamco laboris nisi ut aliquip ex ea commodo consequat. </a:t>
            </a:r>
            <a:endParaRPr sz="1100">
              <a:solidFill>
                <a:srgbClr val="595959"/>
              </a:solidFill>
              <a:latin typeface="Manrope"/>
              <a:ea typeface="Manrope"/>
              <a:cs typeface="Manrope"/>
              <a:sym typeface="Manrope"/>
            </a:endParaRPr>
          </a:p>
        </p:txBody>
      </p:sp>
      <p:grpSp>
        <p:nvGrpSpPr>
          <p:cNvPr id="241" name="Google Shape;241;p41"/>
          <p:cNvGrpSpPr/>
          <p:nvPr/>
        </p:nvGrpSpPr>
        <p:grpSpPr>
          <a:xfrm>
            <a:off x="1043156" y="2655321"/>
            <a:ext cx="9805926" cy="1656956"/>
            <a:chOff x="1043156" y="2655321"/>
            <a:chExt cx="9805926" cy="1656956"/>
          </a:xfrm>
        </p:grpSpPr>
        <p:sp>
          <p:nvSpPr>
            <p:cNvPr id="242" name="Google Shape;242;p41"/>
            <p:cNvSpPr/>
            <p:nvPr/>
          </p:nvSpPr>
          <p:spPr>
            <a:xfrm>
              <a:off x="5840730" y="4130040"/>
              <a:ext cx="78105" cy="78105"/>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243" name="Google Shape;243;p41"/>
            <p:cNvSpPr/>
            <p:nvPr/>
          </p:nvSpPr>
          <p:spPr>
            <a:xfrm>
              <a:off x="6554871" y="4130039"/>
              <a:ext cx="78105" cy="78105"/>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244" name="Google Shape;244;p41"/>
            <p:cNvSpPr/>
            <p:nvPr/>
          </p:nvSpPr>
          <p:spPr>
            <a:xfrm>
              <a:off x="5147957" y="4130038"/>
              <a:ext cx="78105" cy="7810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245" name="Google Shape;245;p41"/>
            <p:cNvSpPr txBox="1"/>
            <p:nvPr/>
          </p:nvSpPr>
          <p:spPr>
            <a:xfrm>
              <a:off x="2156806" y="3738413"/>
              <a:ext cx="1073503" cy="292378"/>
            </a:xfrm>
            <a:prstGeom prst="rect">
              <a:avLst/>
            </a:prstGeom>
            <a:noFill/>
            <a:ln>
              <a:noFill/>
            </a:ln>
          </p:spPr>
          <p:txBody>
            <a:bodyPr spcFirstLastPara="1" wrap="square" lIns="68575" tIns="68575" rIns="68575" bIns="68575" anchor="t" anchorCtr="0">
              <a:spAutoFit/>
            </a:bodyPr>
            <a:lstStyle/>
            <a:p>
              <a:pPr marL="0" marR="0" lvl="0" indent="0" algn="ctr" rtl="0">
                <a:spcBef>
                  <a:spcPts val="0"/>
                </a:spcBef>
                <a:spcAft>
                  <a:spcPts val="0"/>
                </a:spcAft>
                <a:buClr>
                  <a:schemeClr val="dk1"/>
                </a:buClr>
                <a:buSzPts val="600"/>
                <a:buFont typeface="Manrope"/>
                <a:buNone/>
              </a:pPr>
              <a:r>
                <a:rPr lang="id-ID" sz="1000">
                  <a:solidFill>
                    <a:srgbClr val="7F7F7F"/>
                  </a:solidFill>
                  <a:latin typeface="Manrope"/>
                  <a:ea typeface="Manrope"/>
                  <a:cs typeface="Manrope"/>
                  <a:sym typeface="Manrope"/>
                </a:rPr>
                <a:t>Category 1</a:t>
              </a:r>
              <a:endParaRPr sz="1000">
                <a:solidFill>
                  <a:srgbClr val="7F7F7F"/>
                </a:solidFill>
                <a:latin typeface="Manrope"/>
                <a:ea typeface="Manrope"/>
                <a:cs typeface="Manrope"/>
                <a:sym typeface="Manrope"/>
              </a:endParaRPr>
            </a:p>
          </p:txBody>
        </p:sp>
        <p:sp>
          <p:nvSpPr>
            <p:cNvPr id="246" name="Google Shape;246;p41"/>
            <p:cNvSpPr txBox="1"/>
            <p:nvPr/>
          </p:nvSpPr>
          <p:spPr>
            <a:xfrm>
              <a:off x="4488754" y="3738413"/>
              <a:ext cx="1073503" cy="292378"/>
            </a:xfrm>
            <a:prstGeom prst="rect">
              <a:avLst/>
            </a:prstGeom>
            <a:noFill/>
            <a:ln>
              <a:noFill/>
            </a:ln>
          </p:spPr>
          <p:txBody>
            <a:bodyPr spcFirstLastPara="1" wrap="square" lIns="68575" tIns="68575" rIns="68575" bIns="68575" anchor="t" anchorCtr="0">
              <a:spAutoFit/>
            </a:bodyPr>
            <a:lstStyle/>
            <a:p>
              <a:pPr marL="0" marR="0" lvl="0" indent="0" algn="ctr" rtl="0">
                <a:spcBef>
                  <a:spcPts val="0"/>
                </a:spcBef>
                <a:spcAft>
                  <a:spcPts val="0"/>
                </a:spcAft>
                <a:buClr>
                  <a:schemeClr val="dk1"/>
                </a:buClr>
                <a:buSzPts val="600"/>
                <a:buFont typeface="Manrope"/>
                <a:buNone/>
              </a:pPr>
              <a:r>
                <a:rPr lang="id-ID" sz="1000">
                  <a:solidFill>
                    <a:srgbClr val="7F7F7F"/>
                  </a:solidFill>
                  <a:latin typeface="Manrope"/>
                  <a:ea typeface="Manrope"/>
                  <a:cs typeface="Manrope"/>
                  <a:sym typeface="Manrope"/>
                </a:rPr>
                <a:t>Category 2</a:t>
              </a:r>
              <a:endParaRPr sz="1000">
                <a:solidFill>
                  <a:srgbClr val="7F7F7F"/>
                </a:solidFill>
                <a:latin typeface="Manrope"/>
                <a:ea typeface="Manrope"/>
                <a:cs typeface="Manrope"/>
                <a:sym typeface="Manrope"/>
              </a:endParaRPr>
            </a:p>
          </p:txBody>
        </p:sp>
        <p:sp>
          <p:nvSpPr>
            <p:cNvPr id="247" name="Google Shape;247;p41"/>
            <p:cNvSpPr txBox="1"/>
            <p:nvPr/>
          </p:nvSpPr>
          <p:spPr>
            <a:xfrm>
              <a:off x="6819084" y="3738413"/>
              <a:ext cx="1073503" cy="292378"/>
            </a:xfrm>
            <a:prstGeom prst="rect">
              <a:avLst/>
            </a:prstGeom>
            <a:noFill/>
            <a:ln>
              <a:noFill/>
            </a:ln>
          </p:spPr>
          <p:txBody>
            <a:bodyPr spcFirstLastPara="1" wrap="square" lIns="68575" tIns="68575" rIns="68575" bIns="68575" anchor="t" anchorCtr="0">
              <a:spAutoFit/>
            </a:bodyPr>
            <a:lstStyle/>
            <a:p>
              <a:pPr marL="0" marR="0" lvl="0" indent="0" algn="ctr" rtl="0">
                <a:spcBef>
                  <a:spcPts val="0"/>
                </a:spcBef>
                <a:spcAft>
                  <a:spcPts val="0"/>
                </a:spcAft>
                <a:buClr>
                  <a:schemeClr val="dk1"/>
                </a:buClr>
                <a:buSzPts val="600"/>
                <a:buFont typeface="Manrope"/>
                <a:buNone/>
              </a:pPr>
              <a:r>
                <a:rPr lang="id-ID" sz="1000">
                  <a:solidFill>
                    <a:srgbClr val="7F7F7F"/>
                  </a:solidFill>
                  <a:latin typeface="Manrope"/>
                  <a:ea typeface="Manrope"/>
                  <a:cs typeface="Manrope"/>
                  <a:sym typeface="Manrope"/>
                </a:rPr>
                <a:t>Category 3</a:t>
              </a:r>
              <a:endParaRPr sz="1000">
                <a:solidFill>
                  <a:srgbClr val="7F7F7F"/>
                </a:solidFill>
                <a:latin typeface="Manrope"/>
                <a:ea typeface="Manrope"/>
                <a:cs typeface="Manrope"/>
                <a:sym typeface="Manrope"/>
              </a:endParaRPr>
            </a:p>
          </p:txBody>
        </p:sp>
        <p:sp>
          <p:nvSpPr>
            <p:cNvPr id="248" name="Google Shape;248;p41"/>
            <p:cNvSpPr txBox="1"/>
            <p:nvPr/>
          </p:nvSpPr>
          <p:spPr>
            <a:xfrm>
              <a:off x="9149127" y="3738413"/>
              <a:ext cx="1073503" cy="292378"/>
            </a:xfrm>
            <a:prstGeom prst="rect">
              <a:avLst/>
            </a:prstGeom>
            <a:noFill/>
            <a:ln>
              <a:noFill/>
            </a:ln>
          </p:spPr>
          <p:txBody>
            <a:bodyPr spcFirstLastPara="1" wrap="square" lIns="68575" tIns="68575" rIns="68575" bIns="68575" anchor="t" anchorCtr="0">
              <a:spAutoFit/>
            </a:bodyPr>
            <a:lstStyle/>
            <a:p>
              <a:pPr marL="0" marR="0" lvl="0" indent="0" algn="ctr" rtl="0">
                <a:spcBef>
                  <a:spcPts val="0"/>
                </a:spcBef>
                <a:spcAft>
                  <a:spcPts val="0"/>
                </a:spcAft>
                <a:buClr>
                  <a:schemeClr val="dk1"/>
                </a:buClr>
                <a:buSzPts val="600"/>
                <a:buFont typeface="Manrope"/>
                <a:buNone/>
              </a:pPr>
              <a:r>
                <a:rPr lang="id-ID" sz="1000">
                  <a:solidFill>
                    <a:srgbClr val="7F7F7F"/>
                  </a:solidFill>
                  <a:latin typeface="Manrope"/>
                  <a:ea typeface="Manrope"/>
                  <a:cs typeface="Manrope"/>
                  <a:sym typeface="Manrope"/>
                </a:rPr>
                <a:t>Category 4</a:t>
              </a:r>
              <a:endParaRPr sz="1000">
                <a:solidFill>
                  <a:srgbClr val="7F7F7F"/>
                </a:solidFill>
                <a:latin typeface="Manrope"/>
                <a:ea typeface="Manrope"/>
                <a:cs typeface="Manrope"/>
                <a:sym typeface="Manrope"/>
              </a:endParaRPr>
            </a:p>
          </p:txBody>
        </p:sp>
        <p:sp>
          <p:nvSpPr>
            <p:cNvPr id="249" name="Google Shape;249;p41"/>
            <p:cNvSpPr txBox="1"/>
            <p:nvPr/>
          </p:nvSpPr>
          <p:spPr>
            <a:xfrm>
              <a:off x="5192401" y="4019899"/>
              <a:ext cx="697802" cy="292378"/>
            </a:xfrm>
            <a:prstGeom prst="rect">
              <a:avLst/>
            </a:prstGeom>
            <a:noFill/>
            <a:ln>
              <a:noFill/>
            </a:ln>
          </p:spPr>
          <p:txBody>
            <a:bodyPr spcFirstLastPara="1" wrap="square" lIns="68575" tIns="68575" rIns="68575" bIns="68575" anchor="t" anchorCtr="0">
              <a:spAutoFit/>
            </a:bodyPr>
            <a:lstStyle/>
            <a:p>
              <a:pPr marL="0" marR="0" lvl="0" indent="0" algn="l" rtl="0">
                <a:spcBef>
                  <a:spcPts val="0"/>
                </a:spcBef>
                <a:spcAft>
                  <a:spcPts val="0"/>
                </a:spcAft>
                <a:buClr>
                  <a:schemeClr val="dk1"/>
                </a:buClr>
                <a:buSzPts val="600"/>
                <a:buFont typeface="Manrope"/>
                <a:buNone/>
              </a:pPr>
              <a:r>
                <a:rPr lang="id-ID" sz="1000">
                  <a:solidFill>
                    <a:srgbClr val="7F7F7F"/>
                  </a:solidFill>
                  <a:latin typeface="Manrope"/>
                  <a:ea typeface="Manrope"/>
                  <a:cs typeface="Manrope"/>
                  <a:sym typeface="Manrope"/>
                </a:rPr>
                <a:t>Series 1</a:t>
              </a:r>
              <a:endParaRPr sz="1000">
                <a:solidFill>
                  <a:srgbClr val="7F7F7F"/>
                </a:solidFill>
                <a:latin typeface="Manrope"/>
                <a:ea typeface="Manrope"/>
                <a:cs typeface="Manrope"/>
                <a:sym typeface="Manrope"/>
              </a:endParaRPr>
            </a:p>
          </p:txBody>
        </p:sp>
        <p:sp>
          <p:nvSpPr>
            <p:cNvPr id="250" name="Google Shape;250;p41"/>
            <p:cNvSpPr txBox="1"/>
            <p:nvPr/>
          </p:nvSpPr>
          <p:spPr>
            <a:xfrm>
              <a:off x="5884144" y="4019899"/>
              <a:ext cx="697802" cy="292378"/>
            </a:xfrm>
            <a:prstGeom prst="rect">
              <a:avLst/>
            </a:prstGeom>
            <a:noFill/>
            <a:ln>
              <a:noFill/>
            </a:ln>
          </p:spPr>
          <p:txBody>
            <a:bodyPr spcFirstLastPara="1" wrap="square" lIns="68575" tIns="68575" rIns="68575" bIns="68575" anchor="t" anchorCtr="0">
              <a:spAutoFit/>
            </a:bodyPr>
            <a:lstStyle/>
            <a:p>
              <a:pPr marL="0" marR="0" lvl="0" indent="0" algn="l" rtl="0">
                <a:spcBef>
                  <a:spcPts val="0"/>
                </a:spcBef>
                <a:spcAft>
                  <a:spcPts val="0"/>
                </a:spcAft>
                <a:buClr>
                  <a:schemeClr val="dk1"/>
                </a:buClr>
                <a:buSzPts val="600"/>
                <a:buFont typeface="Manrope"/>
                <a:buNone/>
              </a:pPr>
              <a:r>
                <a:rPr lang="id-ID" sz="1000">
                  <a:solidFill>
                    <a:srgbClr val="7F7F7F"/>
                  </a:solidFill>
                  <a:latin typeface="Manrope"/>
                  <a:ea typeface="Manrope"/>
                  <a:cs typeface="Manrope"/>
                  <a:sym typeface="Manrope"/>
                </a:rPr>
                <a:t>Series 2</a:t>
              </a:r>
              <a:endParaRPr sz="1000">
                <a:solidFill>
                  <a:srgbClr val="7F7F7F"/>
                </a:solidFill>
                <a:latin typeface="Manrope"/>
                <a:ea typeface="Manrope"/>
                <a:cs typeface="Manrope"/>
                <a:sym typeface="Manrope"/>
              </a:endParaRPr>
            </a:p>
          </p:txBody>
        </p:sp>
        <p:sp>
          <p:nvSpPr>
            <p:cNvPr id="251" name="Google Shape;251;p41"/>
            <p:cNvSpPr txBox="1"/>
            <p:nvPr/>
          </p:nvSpPr>
          <p:spPr>
            <a:xfrm>
              <a:off x="6599034" y="4019899"/>
              <a:ext cx="697802" cy="292378"/>
            </a:xfrm>
            <a:prstGeom prst="rect">
              <a:avLst/>
            </a:prstGeom>
            <a:noFill/>
            <a:ln>
              <a:noFill/>
            </a:ln>
          </p:spPr>
          <p:txBody>
            <a:bodyPr spcFirstLastPara="1" wrap="square" lIns="68575" tIns="68575" rIns="68575" bIns="68575" anchor="t" anchorCtr="0">
              <a:spAutoFit/>
            </a:bodyPr>
            <a:lstStyle/>
            <a:p>
              <a:pPr marL="0" marR="0" lvl="0" indent="0" algn="l" rtl="0">
                <a:spcBef>
                  <a:spcPts val="0"/>
                </a:spcBef>
                <a:spcAft>
                  <a:spcPts val="0"/>
                </a:spcAft>
                <a:buClr>
                  <a:schemeClr val="dk1"/>
                </a:buClr>
                <a:buSzPts val="600"/>
                <a:buFont typeface="Manrope"/>
                <a:buNone/>
              </a:pPr>
              <a:r>
                <a:rPr lang="id-ID" sz="1000">
                  <a:solidFill>
                    <a:srgbClr val="7F7F7F"/>
                  </a:solidFill>
                  <a:latin typeface="Manrope"/>
                  <a:ea typeface="Manrope"/>
                  <a:cs typeface="Manrope"/>
                  <a:sym typeface="Manrope"/>
                </a:rPr>
                <a:t>Series 3</a:t>
              </a:r>
              <a:endParaRPr sz="1000">
                <a:solidFill>
                  <a:srgbClr val="7F7F7F"/>
                </a:solidFill>
                <a:latin typeface="Manrope"/>
                <a:ea typeface="Manrope"/>
                <a:cs typeface="Manrope"/>
                <a:sym typeface="Manrope"/>
              </a:endParaRPr>
            </a:p>
          </p:txBody>
        </p:sp>
        <p:sp>
          <p:nvSpPr>
            <p:cNvPr id="252" name="Google Shape;252;p41"/>
            <p:cNvSpPr txBox="1"/>
            <p:nvPr/>
          </p:nvSpPr>
          <p:spPr>
            <a:xfrm>
              <a:off x="1043156" y="3548260"/>
              <a:ext cx="421339" cy="292378"/>
            </a:xfrm>
            <a:prstGeom prst="rect">
              <a:avLst/>
            </a:prstGeom>
            <a:noFill/>
            <a:ln>
              <a:noFill/>
            </a:ln>
          </p:spPr>
          <p:txBody>
            <a:bodyPr spcFirstLastPara="1" wrap="square" lIns="68575" tIns="68575" rIns="68575" bIns="68575" anchor="t" anchorCtr="0">
              <a:spAutoFit/>
            </a:bodyPr>
            <a:lstStyle/>
            <a:p>
              <a:pPr marL="0" marR="0" lvl="0" indent="0" algn="r" rtl="0">
                <a:spcBef>
                  <a:spcPts val="0"/>
                </a:spcBef>
                <a:spcAft>
                  <a:spcPts val="0"/>
                </a:spcAft>
                <a:buClr>
                  <a:schemeClr val="dk1"/>
                </a:buClr>
                <a:buSzPts val="600"/>
                <a:buFont typeface="Hanken Grotesk"/>
                <a:buNone/>
              </a:pPr>
              <a:r>
                <a:rPr lang="id-ID" sz="1000">
                  <a:solidFill>
                    <a:schemeClr val="dk1"/>
                  </a:solidFill>
                  <a:latin typeface="Manrope"/>
                  <a:ea typeface="Manrope"/>
                  <a:cs typeface="Manrope"/>
                  <a:sym typeface="Manrope"/>
                </a:rPr>
                <a:t>0</a:t>
              </a:r>
              <a:endParaRPr sz="1000">
                <a:solidFill>
                  <a:schemeClr val="dk1"/>
                </a:solidFill>
                <a:latin typeface="Manrope"/>
                <a:ea typeface="Manrope"/>
                <a:cs typeface="Manrope"/>
                <a:sym typeface="Manrope"/>
              </a:endParaRPr>
            </a:p>
          </p:txBody>
        </p:sp>
        <p:sp>
          <p:nvSpPr>
            <p:cNvPr id="253" name="Google Shape;253;p41"/>
            <p:cNvSpPr txBox="1"/>
            <p:nvPr/>
          </p:nvSpPr>
          <p:spPr>
            <a:xfrm>
              <a:off x="1043156" y="3249345"/>
              <a:ext cx="421339" cy="292378"/>
            </a:xfrm>
            <a:prstGeom prst="rect">
              <a:avLst/>
            </a:prstGeom>
            <a:noFill/>
            <a:ln>
              <a:noFill/>
            </a:ln>
          </p:spPr>
          <p:txBody>
            <a:bodyPr spcFirstLastPara="1" wrap="square" lIns="68575" tIns="68575" rIns="68575" bIns="68575" anchor="t" anchorCtr="0">
              <a:spAutoFit/>
            </a:bodyPr>
            <a:lstStyle/>
            <a:p>
              <a:pPr marL="0" marR="0" lvl="0" indent="0" algn="r" rtl="0">
                <a:spcBef>
                  <a:spcPts val="0"/>
                </a:spcBef>
                <a:spcAft>
                  <a:spcPts val="0"/>
                </a:spcAft>
                <a:buClr>
                  <a:schemeClr val="dk1"/>
                </a:buClr>
                <a:buSzPts val="600"/>
                <a:buFont typeface="Hanken Grotesk"/>
                <a:buNone/>
              </a:pPr>
              <a:r>
                <a:rPr lang="id-ID" sz="1000">
                  <a:solidFill>
                    <a:schemeClr val="dk1"/>
                  </a:solidFill>
                  <a:latin typeface="Manrope"/>
                  <a:ea typeface="Manrope"/>
                  <a:cs typeface="Manrope"/>
                  <a:sym typeface="Manrope"/>
                </a:rPr>
                <a:t>2</a:t>
              </a:r>
              <a:endParaRPr sz="1000">
                <a:solidFill>
                  <a:schemeClr val="dk1"/>
                </a:solidFill>
                <a:latin typeface="Manrope"/>
                <a:ea typeface="Manrope"/>
                <a:cs typeface="Manrope"/>
                <a:sym typeface="Manrope"/>
              </a:endParaRPr>
            </a:p>
          </p:txBody>
        </p:sp>
        <p:sp>
          <p:nvSpPr>
            <p:cNvPr id="254" name="Google Shape;254;p41"/>
            <p:cNvSpPr txBox="1"/>
            <p:nvPr/>
          </p:nvSpPr>
          <p:spPr>
            <a:xfrm>
              <a:off x="1043156" y="2952333"/>
              <a:ext cx="421339" cy="292378"/>
            </a:xfrm>
            <a:prstGeom prst="rect">
              <a:avLst/>
            </a:prstGeom>
            <a:noFill/>
            <a:ln>
              <a:noFill/>
            </a:ln>
          </p:spPr>
          <p:txBody>
            <a:bodyPr spcFirstLastPara="1" wrap="square" lIns="68575" tIns="68575" rIns="68575" bIns="68575" anchor="t" anchorCtr="0">
              <a:spAutoFit/>
            </a:bodyPr>
            <a:lstStyle/>
            <a:p>
              <a:pPr marL="0" marR="0" lvl="0" indent="0" algn="r" rtl="0">
                <a:spcBef>
                  <a:spcPts val="0"/>
                </a:spcBef>
                <a:spcAft>
                  <a:spcPts val="0"/>
                </a:spcAft>
                <a:buClr>
                  <a:schemeClr val="dk1"/>
                </a:buClr>
                <a:buSzPts val="600"/>
                <a:buFont typeface="Hanken Grotesk"/>
                <a:buNone/>
              </a:pPr>
              <a:r>
                <a:rPr lang="id-ID" sz="1000">
                  <a:solidFill>
                    <a:schemeClr val="dk1"/>
                  </a:solidFill>
                  <a:latin typeface="Manrope"/>
                  <a:ea typeface="Manrope"/>
                  <a:cs typeface="Manrope"/>
                  <a:sym typeface="Manrope"/>
                </a:rPr>
                <a:t>4</a:t>
              </a:r>
              <a:endParaRPr sz="1000">
                <a:solidFill>
                  <a:schemeClr val="dk1"/>
                </a:solidFill>
                <a:latin typeface="Manrope"/>
                <a:ea typeface="Manrope"/>
                <a:cs typeface="Manrope"/>
                <a:sym typeface="Manrope"/>
              </a:endParaRPr>
            </a:p>
          </p:txBody>
        </p:sp>
        <p:sp>
          <p:nvSpPr>
            <p:cNvPr id="255" name="Google Shape;255;p41"/>
            <p:cNvSpPr txBox="1"/>
            <p:nvPr/>
          </p:nvSpPr>
          <p:spPr>
            <a:xfrm>
              <a:off x="1045061" y="2655321"/>
              <a:ext cx="421339" cy="292378"/>
            </a:xfrm>
            <a:prstGeom prst="rect">
              <a:avLst/>
            </a:prstGeom>
            <a:noFill/>
            <a:ln>
              <a:noFill/>
            </a:ln>
          </p:spPr>
          <p:txBody>
            <a:bodyPr spcFirstLastPara="1" wrap="square" lIns="68575" tIns="68575" rIns="68575" bIns="68575" anchor="t" anchorCtr="0">
              <a:spAutoFit/>
            </a:bodyPr>
            <a:lstStyle/>
            <a:p>
              <a:pPr marL="0" marR="0" lvl="0" indent="0" algn="r" rtl="0">
                <a:spcBef>
                  <a:spcPts val="0"/>
                </a:spcBef>
                <a:spcAft>
                  <a:spcPts val="0"/>
                </a:spcAft>
                <a:buClr>
                  <a:schemeClr val="dk1"/>
                </a:buClr>
                <a:buSzPts val="600"/>
                <a:buFont typeface="Hanken Grotesk"/>
                <a:buNone/>
              </a:pPr>
              <a:r>
                <a:rPr lang="id-ID" sz="1000">
                  <a:solidFill>
                    <a:schemeClr val="dk1"/>
                  </a:solidFill>
                  <a:latin typeface="Manrope"/>
                  <a:ea typeface="Manrope"/>
                  <a:cs typeface="Manrope"/>
                  <a:sym typeface="Manrope"/>
                </a:rPr>
                <a:t>6</a:t>
              </a:r>
              <a:endParaRPr sz="1000">
                <a:solidFill>
                  <a:schemeClr val="dk1"/>
                </a:solidFill>
                <a:latin typeface="Manrope"/>
                <a:ea typeface="Manrope"/>
                <a:cs typeface="Manrope"/>
                <a:sym typeface="Manrope"/>
              </a:endParaRPr>
            </a:p>
          </p:txBody>
        </p:sp>
        <p:cxnSp>
          <p:nvCxnSpPr>
            <p:cNvPr id="256" name="Google Shape;256;p41"/>
            <p:cNvCxnSpPr/>
            <p:nvPr/>
          </p:nvCxnSpPr>
          <p:spPr>
            <a:xfrm>
              <a:off x="1528682" y="2804185"/>
              <a:ext cx="9320400" cy="0"/>
            </a:xfrm>
            <a:prstGeom prst="straightConnector1">
              <a:avLst/>
            </a:prstGeom>
            <a:noFill/>
            <a:ln w="9525" cap="flat" cmpd="sng">
              <a:solidFill>
                <a:srgbClr val="D9D9D9"/>
              </a:solidFill>
              <a:prstDash val="solid"/>
              <a:round/>
              <a:headEnd type="none" w="sm" len="sm"/>
              <a:tailEnd type="none" w="sm" len="sm"/>
            </a:ln>
          </p:spPr>
        </p:cxnSp>
        <p:cxnSp>
          <p:nvCxnSpPr>
            <p:cNvPr id="257" name="Google Shape;257;p41"/>
            <p:cNvCxnSpPr/>
            <p:nvPr/>
          </p:nvCxnSpPr>
          <p:spPr>
            <a:xfrm>
              <a:off x="1528682" y="3102193"/>
              <a:ext cx="9320400" cy="0"/>
            </a:xfrm>
            <a:prstGeom prst="straightConnector1">
              <a:avLst/>
            </a:prstGeom>
            <a:noFill/>
            <a:ln w="9525" cap="flat" cmpd="sng">
              <a:solidFill>
                <a:srgbClr val="D9D9D9"/>
              </a:solidFill>
              <a:prstDash val="solid"/>
              <a:round/>
              <a:headEnd type="none" w="sm" len="sm"/>
              <a:tailEnd type="none" w="sm" len="sm"/>
            </a:ln>
          </p:spPr>
        </p:cxnSp>
        <p:cxnSp>
          <p:nvCxnSpPr>
            <p:cNvPr id="258" name="Google Shape;258;p41"/>
            <p:cNvCxnSpPr/>
            <p:nvPr/>
          </p:nvCxnSpPr>
          <p:spPr>
            <a:xfrm>
              <a:off x="1528682" y="3399921"/>
              <a:ext cx="9320400" cy="0"/>
            </a:xfrm>
            <a:prstGeom prst="straightConnector1">
              <a:avLst/>
            </a:prstGeom>
            <a:noFill/>
            <a:ln w="9525" cap="flat" cmpd="sng">
              <a:solidFill>
                <a:srgbClr val="D9D9D9"/>
              </a:solidFill>
              <a:prstDash val="solid"/>
              <a:round/>
              <a:headEnd type="none" w="sm" len="sm"/>
              <a:tailEnd type="none" w="sm" len="sm"/>
            </a:ln>
          </p:spPr>
        </p:cxnSp>
        <p:sp>
          <p:nvSpPr>
            <p:cNvPr id="259" name="Google Shape;259;p41"/>
            <p:cNvSpPr/>
            <p:nvPr/>
          </p:nvSpPr>
          <p:spPr>
            <a:xfrm>
              <a:off x="3008794" y="3400402"/>
              <a:ext cx="405729" cy="298965"/>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7F7F7F"/>
                </a:solidFill>
                <a:latin typeface="Manrope"/>
                <a:ea typeface="Manrope"/>
                <a:cs typeface="Manrope"/>
                <a:sym typeface="Manrope"/>
              </a:endParaRPr>
            </a:p>
          </p:txBody>
        </p:sp>
        <p:sp>
          <p:nvSpPr>
            <p:cNvPr id="260" name="Google Shape;260;p41"/>
            <p:cNvSpPr/>
            <p:nvPr/>
          </p:nvSpPr>
          <p:spPr>
            <a:xfrm>
              <a:off x="5342150" y="3400402"/>
              <a:ext cx="405729" cy="298966"/>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7F7F7F"/>
                </a:solidFill>
                <a:latin typeface="Manrope"/>
                <a:ea typeface="Manrope"/>
                <a:cs typeface="Manrope"/>
                <a:sym typeface="Manrope"/>
              </a:endParaRPr>
            </a:p>
          </p:txBody>
        </p:sp>
        <p:sp>
          <p:nvSpPr>
            <p:cNvPr id="261" name="Google Shape;261;p41"/>
            <p:cNvSpPr/>
            <p:nvPr/>
          </p:nvSpPr>
          <p:spPr>
            <a:xfrm>
              <a:off x="2492792" y="3339465"/>
              <a:ext cx="405729" cy="35990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7F7F7F"/>
                </a:solidFill>
                <a:latin typeface="Manrope"/>
                <a:ea typeface="Manrope"/>
                <a:cs typeface="Manrope"/>
                <a:sym typeface="Manrope"/>
              </a:endParaRPr>
            </a:p>
          </p:txBody>
        </p:sp>
        <p:sp>
          <p:nvSpPr>
            <p:cNvPr id="262" name="Google Shape;262;p41"/>
            <p:cNvSpPr/>
            <p:nvPr/>
          </p:nvSpPr>
          <p:spPr>
            <a:xfrm>
              <a:off x="4305518" y="3328567"/>
              <a:ext cx="405729" cy="3708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7F7F7F"/>
                </a:solidFill>
                <a:latin typeface="Manrope"/>
                <a:ea typeface="Manrope"/>
                <a:cs typeface="Manrope"/>
                <a:sym typeface="Manrope"/>
              </a:endParaRPr>
            </a:p>
          </p:txBody>
        </p:sp>
        <p:sp>
          <p:nvSpPr>
            <p:cNvPr id="263" name="Google Shape;263;p41"/>
            <p:cNvSpPr/>
            <p:nvPr/>
          </p:nvSpPr>
          <p:spPr>
            <a:xfrm>
              <a:off x="7152034" y="3429000"/>
              <a:ext cx="405729" cy="270367"/>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7F7F7F"/>
                </a:solidFill>
                <a:latin typeface="Manrope"/>
                <a:ea typeface="Manrope"/>
                <a:cs typeface="Manrope"/>
                <a:sym typeface="Manrope"/>
              </a:endParaRPr>
            </a:p>
          </p:txBody>
        </p:sp>
        <p:sp>
          <p:nvSpPr>
            <p:cNvPr id="264" name="Google Shape;264;p41"/>
            <p:cNvSpPr/>
            <p:nvPr/>
          </p:nvSpPr>
          <p:spPr>
            <a:xfrm>
              <a:off x="7667282" y="3250802"/>
              <a:ext cx="405729" cy="448565"/>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7F7F7F"/>
                </a:solidFill>
                <a:latin typeface="Manrope"/>
                <a:ea typeface="Manrope"/>
                <a:cs typeface="Manrope"/>
                <a:sym typeface="Manrope"/>
              </a:endParaRPr>
            </a:p>
          </p:txBody>
        </p:sp>
        <p:sp>
          <p:nvSpPr>
            <p:cNvPr id="265" name="Google Shape;265;p41"/>
            <p:cNvSpPr/>
            <p:nvPr/>
          </p:nvSpPr>
          <p:spPr>
            <a:xfrm>
              <a:off x="9485429" y="3281767"/>
              <a:ext cx="405729" cy="417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7F7F7F"/>
                </a:solidFill>
                <a:latin typeface="Manrope"/>
                <a:ea typeface="Manrope"/>
                <a:cs typeface="Manrope"/>
                <a:sym typeface="Manrope"/>
              </a:endParaRPr>
            </a:p>
          </p:txBody>
        </p:sp>
        <p:sp>
          <p:nvSpPr>
            <p:cNvPr id="266" name="Google Shape;266;p41"/>
            <p:cNvSpPr/>
            <p:nvPr/>
          </p:nvSpPr>
          <p:spPr>
            <a:xfrm>
              <a:off x="1974250" y="3057526"/>
              <a:ext cx="405729" cy="64184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7F7F7F"/>
                </a:solidFill>
                <a:latin typeface="Manrope"/>
                <a:ea typeface="Manrope"/>
                <a:cs typeface="Manrope"/>
                <a:sym typeface="Manrope"/>
              </a:endParaRPr>
            </a:p>
          </p:txBody>
        </p:sp>
        <p:sp>
          <p:nvSpPr>
            <p:cNvPr id="267" name="Google Shape;267;p41"/>
            <p:cNvSpPr/>
            <p:nvPr/>
          </p:nvSpPr>
          <p:spPr>
            <a:xfrm>
              <a:off x="4824362" y="3042286"/>
              <a:ext cx="405729" cy="65708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7F7F7F"/>
                </a:solidFill>
                <a:latin typeface="Manrope"/>
                <a:ea typeface="Manrope"/>
                <a:cs typeface="Manrope"/>
                <a:sym typeface="Manrope"/>
              </a:endParaRPr>
            </a:p>
          </p:txBody>
        </p:sp>
        <p:sp>
          <p:nvSpPr>
            <p:cNvPr id="268" name="Google Shape;268;p41"/>
            <p:cNvSpPr/>
            <p:nvPr/>
          </p:nvSpPr>
          <p:spPr>
            <a:xfrm>
              <a:off x="6636786" y="3179444"/>
              <a:ext cx="405729" cy="51992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7F7F7F"/>
                </a:solidFill>
                <a:latin typeface="Manrope"/>
                <a:ea typeface="Manrope"/>
                <a:cs typeface="Manrope"/>
                <a:sym typeface="Manrope"/>
              </a:endParaRPr>
            </a:p>
          </p:txBody>
        </p:sp>
        <p:sp>
          <p:nvSpPr>
            <p:cNvPr id="269" name="Google Shape;269;p41"/>
            <p:cNvSpPr/>
            <p:nvPr/>
          </p:nvSpPr>
          <p:spPr>
            <a:xfrm>
              <a:off x="8968717" y="3028949"/>
              <a:ext cx="405729" cy="67041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7F7F7F"/>
                </a:solidFill>
                <a:latin typeface="Manrope"/>
                <a:ea typeface="Manrope"/>
                <a:cs typeface="Manrope"/>
                <a:sym typeface="Manrope"/>
              </a:endParaRPr>
            </a:p>
          </p:txBody>
        </p:sp>
        <p:sp>
          <p:nvSpPr>
            <p:cNvPr id="270" name="Google Shape;270;p41"/>
            <p:cNvSpPr/>
            <p:nvPr/>
          </p:nvSpPr>
          <p:spPr>
            <a:xfrm>
              <a:off x="10001431" y="2954655"/>
              <a:ext cx="405729" cy="74471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7F7F7F"/>
                </a:solidFill>
                <a:latin typeface="Manrope"/>
                <a:ea typeface="Manrope"/>
                <a:cs typeface="Manrope"/>
                <a:sym typeface="Manrope"/>
              </a:endParaRPr>
            </a:p>
          </p:txBody>
        </p:sp>
        <p:cxnSp>
          <p:nvCxnSpPr>
            <p:cNvPr id="271" name="Google Shape;271;p41"/>
            <p:cNvCxnSpPr/>
            <p:nvPr/>
          </p:nvCxnSpPr>
          <p:spPr>
            <a:xfrm>
              <a:off x="1528682" y="3697125"/>
              <a:ext cx="9320400" cy="0"/>
            </a:xfrm>
            <a:prstGeom prst="straightConnector1">
              <a:avLst/>
            </a:prstGeom>
            <a:noFill/>
            <a:ln w="9525" cap="flat" cmpd="sng">
              <a:solidFill>
                <a:schemeClr val="accent2"/>
              </a:solidFill>
              <a:prstDash val="solid"/>
              <a:round/>
              <a:headEnd type="none" w="sm" len="sm"/>
              <a:tailEnd type="none" w="sm" len="sm"/>
            </a:ln>
          </p:spPr>
        </p:cxn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42"/>
          <p:cNvSpPr txBox="1"/>
          <p:nvPr/>
        </p:nvSpPr>
        <p:spPr>
          <a:xfrm>
            <a:off x="704850" y="6006456"/>
            <a:ext cx="1497526"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900">
                <a:solidFill>
                  <a:srgbClr val="595959"/>
                </a:solidFill>
                <a:latin typeface="Manrope"/>
                <a:ea typeface="Manrope"/>
                <a:cs typeface="Manrope"/>
                <a:sym typeface="Manrope"/>
              </a:rPr>
              <a:t>Pitch Deck Presentation</a:t>
            </a:r>
            <a:endParaRPr/>
          </a:p>
        </p:txBody>
      </p:sp>
      <p:cxnSp>
        <p:nvCxnSpPr>
          <p:cNvPr id="277" name="Google Shape;277;p42"/>
          <p:cNvCxnSpPr/>
          <p:nvPr/>
        </p:nvCxnSpPr>
        <p:spPr>
          <a:xfrm rot="10800000">
            <a:off x="622300" y="6006456"/>
            <a:ext cx="0" cy="230832"/>
          </a:xfrm>
          <a:prstGeom prst="straightConnector1">
            <a:avLst/>
          </a:prstGeom>
          <a:noFill/>
          <a:ln w="66675" cap="flat" cmpd="sng">
            <a:solidFill>
              <a:schemeClr val="accent1"/>
            </a:solidFill>
            <a:prstDash val="solid"/>
            <a:miter lim="800000"/>
            <a:headEnd type="none" w="sm" len="sm"/>
            <a:tailEnd type="none" w="sm" len="sm"/>
          </a:ln>
        </p:spPr>
      </p:cxnSp>
      <p:sp>
        <p:nvSpPr>
          <p:cNvPr id="278" name="Google Shape;278;p42"/>
          <p:cNvSpPr txBox="1"/>
          <p:nvPr/>
        </p:nvSpPr>
        <p:spPr>
          <a:xfrm>
            <a:off x="6739164" y="1147036"/>
            <a:ext cx="4012500" cy="3263100"/>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Business </a:t>
            </a:r>
            <a:endParaRPr/>
          </a:p>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Model</a:t>
            </a:r>
            <a:endParaRPr sz="6600">
              <a:solidFill>
                <a:schemeClr val="accent1"/>
              </a:solidFill>
              <a:latin typeface="Manrope"/>
              <a:ea typeface="Manrope"/>
              <a:cs typeface="Manrope"/>
              <a:sym typeface="Manrope"/>
            </a:endParaRPr>
          </a:p>
          <a:p>
            <a:pPr marL="0" marR="0" lvl="0" indent="0" algn="l" rtl="0">
              <a:lnSpc>
                <a:spcPct val="106060"/>
              </a:lnSpc>
              <a:spcBef>
                <a:spcPts val="0"/>
              </a:spcBef>
              <a:spcAft>
                <a:spcPts val="0"/>
              </a:spcAft>
              <a:buNone/>
            </a:pPr>
            <a:r>
              <a:rPr lang="id-ID" sz="6600">
                <a:solidFill>
                  <a:schemeClr val="accent1"/>
                </a:solidFill>
                <a:latin typeface="Manrope"/>
                <a:ea typeface="Manrope"/>
                <a:cs typeface="Manrope"/>
                <a:sym typeface="Manrope"/>
              </a:rPr>
              <a:t>Simplified</a:t>
            </a:r>
            <a:endParaRPr/>
          </a:p>
        </p:txBody>
      </p:sp>
      <p:cxnSp>
        <p:nvCxnSpPr>
          <p:cNvPr id="279" name="Google Shape;279;p42"/>
          <p:cNvCxnSpPr/>
          <p:nvPr/>
        </p:nvCxnSpPr>
        <p:spPr>
          <a:xfrm>
            <a:off x="6626350" y="1312295"/>
            <a:ext cx="0" cy="2446905"/>
          </a:xfrm>
          <a:prstGeom prst="straightConnector1">
            <a:avLst/>
          </a:prstGeom>
          <a:noFill/>
          <a:ln w="25400" cap="flat" cmpd="sng">
            <a:solidFill>
              <a:schemeClr val="accent2"/>
            </a:solidFill>
            <a:prstDash val="solid"/>
            <a:miter lim="800000"/>
            <a:headEnd type="none" w="sm" len="sm"/>
            <a:tailEnd type="none" w="sm" len="sm"/>
          </a:ln>
        </p:spPr>
      </p:cxnSp>
      <p:sp>
        <p:nvSpPr>
          <p:cNvPr id="280" name="Google Shape;280;p42"/>
          <p:cNvSpPr txBox="1"/>
          <p:nvPr/>
        </p:nvSpPr>
        <p:spPr>
          <a:xfrm>
            <a:off x="6739164" y="4836455"/>
            <a:ext cx="4252800" cy="7695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 Ut enim ad minim veniam</a:t>
            </a:r>
            <a:endParaRPr sz="1100">
              <a:solidFill>
                <a:srgbClr val="595959"/>
              </a:solidFill>
              <a:latin typeface="Manrope"/>
              <a:ea typeface="Manrope"/>
              <a:cs typeface="Manrope"/>
              <a:sym typeface="Manrope"/>
            </a:endParaRPr>
          </a:p>
        </p:txBody>
      </p:sp>
      <p:sp>
        <p:nvSpPr>
          <p:cNvPr id="281" name="Google Shape;281;p42"/>
          <p:cNvSpPr/>
          <p:nvPr/>
        </p:nvSpPr>
        <p:spPr>
          <a:xfrm>
            <a:off x="575545" y="1196975"/>
            <a:ext cx="4939884" cy="1388689"/>
          </a:xfrm>
          <a:prstGeom prst="rect">
            <a:avLst/>
          </a:prstGeom>
          <a:gradFill>
            <a:gsLst>
              <a:gs pos="0">
                <a:schemeClr val="accent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282" name="Google Shape;282;p42"/>
          <p:cNvSpPr/>
          <p:nvPr/>
        </p:nvSpPr>
        <p:spPr>
          <a:xfrm>
            <a:off x="575545" y="2736266"/>
            <a:ext cx="4939884" cy="1388689"/>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283" name="Google Shape;283;p42"/>
          <p:cNvSpPr/>
          <p:nvPr/>
        </p:nvSpPr>
        <p:spPr>
          <a:xfrm>
            <a:off x="575545" y="4275558"/>
            <a:ext cx="4939884" cy="1388689"/>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284" name="Google Shape;284;p42"/>
          <p:cNvSpPr/>
          <p:nvPr/>
        </p:nvSpPr>
        <p:spPr>
          <a:xfrm>
            <a:off x="982999" y="1434119"/>
            <a:ext cx="914400" cy="914400"/>
          </a:xfrm>
          <a:prstGeom prst="ellipse">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285" name="Google Shape;285;p42"/>
          <p:cNvSpPr/>
          <p:nvPr/>
        </p:nvSpPr>
        <p:spPr>
          <a:xfrm>
            <a:off x="982999" y="2975243"/>
            <a:ext cx="914400" cy="914400"/>
          </a:xfrm>
          <a:prstGeom prst="ellipse">
            <a:avLst/>
          </a:prstGeom>
          <a:no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286" name="Google Shape;286;p42"/>
          <p:cNvSpPr/>
          <p:nvPr/>
        </p:nvSpPr>
        <p:spPr>
          <a:xfrm>
            <a:off x="982999" y="4509753"/>
            <a:ext cx="914400" cy="914400"/>
          </a:xfrm>
          <a:prstGeom prst="ellipse">
            <a:avLst/>
          </a:prstGeom>
          <a:no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287" name="Google Shape;287;p42"/>
          <p:cNvSpPr txBox="1"/>
          <p:nvPr/>
        </p:nvSpPr>
        <p:spPr>
          <a:xfrm>
            <a:off x="2190664" y="1850844"/>
            <a:ext cx="3086100" cy="5157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chemeClr val="lt1"/>
                </a:solidFill>
                <a:latin typeface="Manrope"/>
                <a:ea typeface="Manrope"/>
                <a:cs typeface="Manrope"/>
                <a:sym typeface="Manrope"/>
              </a:rPr>
              <a:t>Lorem ipsum dolor sit amet, consectetur adipiscing elit, sed do eiusmod tempor</a:t>
            </a:r>
            <a:endParaRPr sz="1100">
              <a:solidFill>
                <a:schemeClr val="lt1"/>
              </a:solidFill>
              <a:latin typeface="Manrope"/>
              <a:ea typeface="Manrope"/>
              <a:cs typeface="Manrope"/>
              <a:sym typeface="Manrope"/>
            </a:endParaRPr>
          </a:p>
        </p:txBody>
      </p:sp>
      <p:sp>
        <p:nvSpPr>
          <p:cNvPr id="288" name="Google Shape;288;p42"/>
          <p:cNvSpPr txBox="1"/>
          <p:nvPr/>
        </p:nvSpPr>
        <p:spPr>
          <a:xfrm>
            <a:off x="2190664" y="1436090"/>
            <a:ext cx="152638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lt1"/>
                </a:solidFill>
                <a:latin typeface="Manrope"/>
                <a:ea typeface="Manrope"/>
                <a:cs typeface="Manrope"/>
                <a:sym typeface="Manrope"/>
              </a:rPr>
              <a:t>Direct Selling</a:t>
            </a:r>
            <a:endParaRPr/>
          </a:p>
        </p:txBody>
      </p:sp>
      <p:sp>
        <p:nvSpPr>
          <p:cNvPr id="289" name="Google Shape;289;p42"/>
          <p:cNvSpPr txBox="1"/>
          <p:nvPr/>
        </p:nvSpPr>
        <p:spPr>
          <a:xfrm>
            <a:off x="2190664" y="3388242"/>
            <a:ext cx="3086100" cy="5157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a:t>
            </a:r>
            <a:endParaRPr sz="1100">
              <a:solidFill>
                <a:srgbClr val="595959"/>
              </a:solidFill>
              <a:latin typeface="Manrope"/>
              <a:ea typeface="Manrope"/>
              <a:cs typeface="Manrope"/>
              <a:sym typeface="Manrope"/>
            </a:endParaRPr>
          </a:p>
        </p:txBody>
      </p:sp>
      <p:sp>
        <p:nvSpPr>
          <p:cNvPr id="290" name="Google Shape;290;p42"/>
          <p:cNvSpPr txBox="1"/>
          <p:nvPr/>
        </p:nvSpPr>
        <p:spPr>
          <a:xfrm>
            <a:off x="2190664" y="2973488"/>
            <a:ext cx="133882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Soft Selling</a:t>
            </a:r>
            <a:endParaRPr/>
          </a:p>
        </p:txBody>
      </p:sp>
      <p:sp>
        <p:nvSpPr>
          <p:cNvPr id="291" name="Google Shape;291;p42"/>
          <p:cNvSpPr txBox="1"/>
          <p:nvPr/>
        </p:nvSpPr>
        <p:spPr>
          <a:xfrm>
            <a:off x="2190664" y="4925640"/>
            <a:ext cx="3086100" cy="5157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a:t>
            </a:r>
            <a:endParaRPr sz="1100">
              <a:solidFill>
                <a:srgbClr val="595959"/>
              </a:solidFill>
              <a:latin typeface="Manrope"/>
              <a:ea typeface="Manrope"/>
              <a:cs typeface="Manrope"/>
              <a:sym typeface="Manrope"/>
            </a:endParaRPr>
          </a:p>
        </p:txBody>
      </p:sp>
      <p:sp>
        <p:nvSpPr>
          <p:cNvPr id="292" name="Google Shape;292;p42"/>
          <p:cNvSpPr txBox="1"/>
          <p:nvPr/>
        </p:nvSpPr>
        <p:spPr>
          <a:xfrm>
            <a:off x="2190664" y="4510886"/>
            <a:ext cx="187583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Vacation Rentals</a:t>
            </a:r>
            <a:endParaRPr/>
          </a:p>
        </p:txBody>
      </p:sp>
      <p:pic>
        <p:nvPicPr>
          <p:cNvPr id="293" name="Google Shape;293;p42"/>
          <p:cNvPicPr preferRelativeResize="0"/>
          <p:nvPr/>
        </p:nvPicPr>
        <p:blipFill rotWithShape="1">
          <a:blip r:embed="rId3">
            <a:alphaModFix/>
          </a:blip>
          <a:srcRect/>
          <a:stretch/>
        </p:blipFill>
        <p:spPr>
          <a:xfrm>
            <a:off x="1176966" y="1628086"/>
            <a:ext cx="526466" cy="526466"/>
          </a:xfrm>
          <a:prstGeom prst="rect">
            <a:avLst/>
          </a:prstGeom>
          <a:noFill/>
          <a:ln>
            <a:noFill/>
          </a:ln>
        </p:spPr>
      </p:pic>
      <p:sp>
        <p:nvSpPr>
          <p:cNvPr id="294" name="Google Shape;294;p42"/>
          <p:cNvSpPr/>
          <p:nvPr/>
        </p:nvSpPr>
        <p:spPr>
          <a:xfrm>
            <a:off x="1226322" y="3218566"/>
            <a:ext cx="427753" cy="427753"/>
          </a:xfrm>
          <a:custGeom>
            <a:avLst/>
            <a:gdLst/>
            <a:ahLst/>
            <a:cxnLst/>
            <a:rect l="l" t="t" r="r" b="b"/>
            <a:pathLst>
              <a:path w="427753" h="427753" extrusionOk="0">
                <a:moveTo>
                  <a:pt x="301258" y="138999"/>
                </a:moveTo>
                <a:cubicBezTo>
                  <a:pt x="342538" y="187387"/>
                  <a:pt x="336778" y="260076"/>
                  <a:pt x="288390" y="301357"/>
                </a:cubicBezTo>
                <a:cubicBezTo>
                  <a:pt x="249711" y="334357"/>
                  <a:pt x="193968" y="338086"/>
                  <a:pt x="151236" y="310533"/>
                </a:cubicBezTo>
                <a:close/>
                <a:moveTo>
                  <a:pt x="213877" y="98712"/>
                </a:moveTo>
                <a:cubicBezTo>
                  <a:pt x="150273" y="98778"/>
                  <a:pt x="98766" y="150392"/>
                  <a:pt x="98831" y="213996"/>
                </a:cubicBezTo>
                <a:cubicBezTo>
                  <a:pt x="98859" y="241413"/>
                  <a:pt x="108669" y="267922"/>
                  <a:pt x="126496" y="288754"/>
                </a:cubicBezTo>
                <a:lnTo>
                  <a:pt x="276621" y="117303"/>
                </a:lnTo>
                <a:cubicBezTo>
                  <a:pt x="257960" y="105133"/>
                  <a:pt x="236155" y="98672"/>
                  <a:pt x="213877" y="98712"/>
                </a:cubicBezTo>
                <a:close/>
                <a:moveTo>
                  <a:pt x="427754" y="213877"/>
                </a:moveTo>
                <a:cubicBezTo>
                  <a:pt x="427754" y="331999"/>
                  <a:pt x="331999" y="427754"/>
                  <a:pt x="213877" y="427754"/>
                </a:cubicBezTo>
                <a:cubicBezTo>
                  <a:pt x="95756" y="427754"/>
                  <a:pt x="0" y="331999"/>
                  <a:pt x="0" y="213877"/>
                </a:cubicBezTo>
                <a:cubicBezTo>
                  <a:pt x="0" y="95756"/>
                  <a:pt x="95756" y="0"/>
                  <a:pt x="213877" y="0"/>
                </a:cubicBezTo>
                <a:cubicBezTo>
                  <a:pt x="331937" y="147"/>
                  <a:pt x="427606" y="95817"/>
                  <a:pt x="427754" y="213877"/>
                </a:cubicBezTo>
                <a:close/>
                <a:moveTo>
                  <a:pt x="361945" y="213877"/>
                </a:moveTo>
                <a:cubicBezTo>
                  <a:pt x="361976" y="176901"/>
                  <a:pt x="348111" y="141265"/>
                  <a:pt x="323098" y="114033"/>
                </a:cubicBezTo>
                <a:lnTo>
                  <a:pt x="333154" y="101324"/>
                </a:lnTo>
                <a:cubicBezTo>
                  <a:pt x="339546" y="94867"/>
                  <a:pt x="339494" y="84450"/>
                  <a:pt x="333037" y="78058"/>
                </a:cubicBezTo>
                <a:cubicBezTo>
                  <a:pt x="326580" y="71665"/>
                  <a:pt x="316161" y="71718"/>
                  <a:pt x="309770" y="78176"/>
                </a:cubicBezTo>
                <a:cubicBezTo>
                  <a:pt x="309309" y="78641"/>
                  <a:pt x="308877" y="79132"/>
                  <a:pt x="308476" y="79649"/>
                </a:cubicBezTo>
                <a:lnTo>
                  <a:pt x="298379" y="92358"/>
                </a:lnTo>
                <a:cubicBezTo>
                  <a:pt x="231038" y="45962"/>
                  <a:pt x="138837" y="62941"/>
                  <a:pt x="92441" y="130282"/>
                </a:cubicBezTo>
                <a:cubicBezTo>
                  <a:pt x="53463" y="186856"/>
                  <a:pt x="58520" y="262813"/>
                  <a:pt x="104656" y="313720"/>
                </a:cubicBezTo>
                <a:lnTo>
                  <a:pt x="94599" y="326429"/>
                </a:lnTo>
                <a:cubicBezTo>
                  <a:pt x="89020" y="333601"/>
                  <a:pt x="90312" y="343939"/>
                  <a:pt x="97484" y="349516"/>
                </a:cubicBezTo>
                <a:cubicBezTo>
                  <a:pt x="104058" y="354630"/>
                  <a:pt x="113418" y="354024"/>
                  <a:pt x="119277" y="348105"/>
                </a:cubicBezTo>
                <a:lnTo>
                  <a:pt x="129375" y="335396"/>
                </a:lnTo>
                <a:cubicBezTo>
                  <a:pt x="196417" y="382122"/>
                  <a:pt x="288645" y="365651"/>
                  <a:pt x="335371" y="298609"/>
                </a:cubicBezTo>
                <a:cubicBezTo>
                  <a:pt x="352695" y="273752"/>
                  <a:pt x="361972" y="244175"/>
                  <a:pt x="361945" y="213877"/>
                </a:cubicBezTo>
                <a:close/>
              </a:path>
            </a:pathLst>
          </a:custGeom>
          <a:gradFill>
            <a:gsLst>
              <a:gs pos="0">
                <a:schemeClr val="accent1"/>
              </a:gs>
              <a:gs pos="100000">
                <a:schemeClr val="accent2"/>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anrope"/>
              <a:ea typeface="Manrope"/>
              <a:cs typeface="Manrope"/>
              <a:sym typeface="Manrope"/>
            </a:endParaRPr>
          </a:p>
        </p:txBody>
      </p:sp>
      <p:sp>
        <p:nvSpPr>
          <p:cNvPr id="295" name="Google Shape;295;p42"/>
          <p:cNvSpPr/>
          <p:nvPr/>
        </p:nvSpPr>
        <p:spPr>
          <a:xfrm>
            <a:off x="1226322" y="4769528"/>
            <a:ext cx="427753" cy="394849"/>
          </a:xfrm>
          <a:custGeom>
            <a:avLst/>
            <a:gdLst/>
            <a:ahLst/>
            <a:cxnLst/>
            <a:rect l="l" t="t" r="r" b="b"/>
            <a:pathLst>
              <a:path w="427753" h="394849" extrusionOk="0">
                <a:moveTo>
                  <a:pt x="312589" y="0"/>
                </a:moveTo>
                <a:cubicBezTo>
                  <a:pt x="270205" y="0"/>
                  <a:pt x="233866" y="37346"/>
                  <a:pt x="213877" y="94291"/>
                </a:cubicBezTo>
                <a:cubicBezTo>
                  <a:pt x="193888" y="37346"/>
                  <a:pt x="157549" y="0"/>
                  <a:pt x="115164" y="0"/>
                </a:cubicBezTo>
                <a:cubicBezTo>
                  <a:pt x="50590" y="0"/>
                  <a:pt x="0" y="86723"/>
                  <a:pt x="0" y="197425"/>
                </a:cubicBezTo>
                <a:cubicBezTo>
                  <a:pt x="0" y="308127"/>
                  <a:pt x="50590" y="394850"/>
                  <a:pt x="115164" y="394850"/>
                </a:cubicBezTo>
                <a:cubicBezTo>
                  <a:pt x="157549" y="394850"/>
                  <a:pt x="193888" y="357503"/>
                  <a:pt x="213877" y="300559"/>
                </a:cubicBezTo>
                <a:cubicBezTo>
                  <a:pt x="233866" y="357503"/>
                  <a:pt x="270205" y="394850"/>
                  <a:pt x="312589" y="394850"/>
                </a:cubicBezTo>
                <a:cubicBezTo>
                  <a:pt x="377164" y="394850"/>
                  <a:pt x="427754" y="308127"/>
                  <a:pt x="427754" y="197425"/>
                </a:cubicBezTo>
                <a:cubicBezTo>
                  <a:pt x="427754" y="86723"/>
                  <a:pt x="377164" y="0"/>
                  <a:pt x="312589" y="0"/>
                </a:cubicBezTo>
                <a:close/>
                <a:moveTo>
                  <a:pt x="170526" y="317504"/>
                </a:moveTo>
                <a:cubicBezTo>
                  <a:pt x="155122" y="345740"/>
                  <a:pt x="134948" y="361945"/>
                  <a:pt x="115164" y="361945"/>
                </a:cubicBezTo>
                <a:cubicBezTo>
                  <a:pt x="95381" y="361945"/>
                  <a:pt x="75206" y="345740"/>
                  <a:pt x="59803" y="317504"/>
                </a:cubicBezTo>
                <a:cubicBezTo>
                  <a:pt x="49846" y="298621"/>
                  <a:pt x="42749" y="278363"/>
                  <a:pt x="38745" y="257393"/>
                </a:cubicBezTo>
                <a:cubicBezTo>
                  <a:pt x="71864" y="272362"/>
                  <a:pt x="110847" y="257648"/>
                  <a:pt x="125816" y="224527"/>
                </a:cubicBezTo>
                <a:cubicBezTo>
                  <a:pt x="140784" y="191409"/>
                  <a:pt x="126071" y="152426"/>
                  <a:pt x="92951" y="137457"/>
                </a:cubicBezTo>
                <a:cubicBezTo>
                  <a:pt x="75721" y="129670"/>
                  <a:pt x="55974" y="129670"/>
                  <a:pt x="38745" y="137457"/>
                </a:cubicBezTo>
                <a:cubicBezTo>
                  <a:pt x="42749" y="116487"/>
                  <a:pt x="49846" y="96229"/>
                  <a:pt x="59803" y="77345"/>
                </a:cubicBezTo>
                <a:cubicBezTo>
                  <a:pt x="75206" y="49109"/>
                  <a:pt x="95381" y="32904"/>
                  <a:pt x="115164" y="32904"/>
                </a:cubicBezTo>
                <a:cubicBezTo>
                  <a:pt x="134948" y="32904"/>
                  <a:pt x="155122" y="49109"/>
                  <a:pt x="170526" y="77345"/>
                </a:cubicBezTo>
                <a:cubicBezTo>
                  <a:pt x="187862" y="109139"/>
                  <a:pt x="197425" y="151791"/>
                  <a:pt x="197425" y="197425"/>
                </a:cubicBezTo>
                <a:cubicBezTo>
                  <a:pt x="197425" y="243059"/>
                  <a:pt x="187862" y="285711"/>
                  <a:pt x="170526" y="317504"/>
                </a:cubicBezTo>
                <a:close/>
                <a:moveTo>
                  <a:pt x="367950" y="317504"/>
                </a:moveTo>
                <a:cubicBezTo>
                  <a:pt x="352547" y="345740"/>
                  <a:pt x="332373" y="361945"/>
                  <a:pt x="312589" y="361945"/>
                </a:cubicBezTo>
                <a:cubicBezTo>
                  <a:pt x="292806" y="361945"/>
                  <a:pt x="272631" y="345740"/>
                  <a:pt x="257228" y="317504"/>
                </a:cubicBezTo>
                <a:cubicBezTo>
                  <a:pt x="247270" y="298621"/>
                  <a:pt x="240173" y="278363"/>
                  <a:pt x="236169" y="257393"/>
                </a:cubicBezTo>
                <a:cubicBezTo>
                  <a:pt x="269289" y="272362"/>
                  <a:pt x="308273" y="257648"/>
                  <a:pt x="323240" y="224527"/>
                </a:cubicBezTo>
                <a:cubicBezTo>
                  <a:pt x="338209" y="191409"/>
                  <a:pt x="323495" y="152426"/>
                  <a:pt x="290377" y="137457"/>
                </a:cubicBezTo>
                <a:cubicBezTo>
                  <a:pt x="273145" y="129670"/>
                  <a:pt x="253399" y="129670"/>
                  <a:pt x="236169" y="137457"/>
                </a:cubicBezTo>
                <a:cubicBezTo>
                  <a:pt x="240173" y="116487"/>
                  <a:pt x="247270" y="96229"/>
                  <a:pt x="257228" y="77345"/>
                </a:cubicBezTo>
                <a:cubicBezTo>
                  <a:pt x="272631" y="49109"/>
                  <a:pt x="292806" y="32904"/>
                  <a:pt x="312589" y="32904"/>
                </a:cubicBezTo>
                <a:cubicBezTo>
                  <a:pt x="332373" y="32904"/>
                  <a:pt x="352547" y="49109"/>
                  <a:pt x="367950" y="77345"/>
                </a:cubicBezTo>
                <a:cubicBezTo>
                  <a:pt x="385287" y="109139"/>
                  <a:pt x="394850" y="151791"/>
                  <a:pt x="394850" y="197425"/>
                </a:cubicBezTo>
                <a:cubicBezTo>
                  <a:pt x="394850" y="243059"/>
                  <a:pt x="385287" y="285711"/>
                  <a:pt x="367950" y="317504"/>
                </a:cubicBezTo>
                <a:close/>
              </a:path>
            </a:pathLst>
          </a:custGeom>
          <a:gradFill>
            <a:gsLst>
              <a:gs pos="0">
                <a:schemeClr val="accent1"/>
              </a:gs>
              <a:gs pos="100000">
                <a:schemeClr val="accent2"/>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anrope"/>
              <a:ea typeface="Manrope"/>
              <a:cs typeface="Manrope"/>
              <a:sym typeface="Manrop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pic>
        <p:nvPicPr>
          <p:cNvPr id="300" name="Google Shape;300;p43"/>
          <p:cNvPicPr preferRelativeResize="0"/>
          <p:nvPr/>
        </p:nvPicPr>
        <p:blipFill rotWithShape="1">
          <a:blip r:embed="rId3">
            <a:alphaModFix/>
          </a:blip>
          <a:srcRect l="30704" r="30704"/>
          <a:stretch/>
        </p:blipFill>
        <p:spPr>
          <a:xfrm>
            <a:off x="7726363" y="584200"/>
            <a:ext cx="3878262" cy="5653088"/>
          </a:xfrm>
          <a:prstGeom prst="rect">
            <a:avLst/>
          </a:prstGeom>
          <a:noFill/>
          <a:ln>
            <a:noFill/>
          </a:ln>
        </p:spPr>
      </p:pic>
      <p:sp>
        <p:nvSpPr>
          <p:cNvPr id="301" name="Google Shape;301;p43"/>
          <p:cNvSpPr txBox="1"/>
          <p:nvPr/>
        </p:nvSpPr>
        <p:spPr>
          <a:xfrm>
            <a:off x="706457" y="1131538"/>
            <a:ext cx="5145900" cy="2185800"/>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Why Choose</a:t>
            </a:r>
            <a:endParaRPr/>
          </a:p>
          <a:p>
            <a:pPr marL="0" marR="0" lvl="0" indent="0" algn="l" rtl="0">
              <a:lnSpc>
                <a:spcPct val="106060"/>
              </a:lnSpc>
              <a:spcBef>
                <a:spcPts val="0"/>
              </a:spcBef>
              <a:spcAft>
                <a:spcPts val="0"/>
              </a:spcAft>
              <a:buNone/>
            </a:pPr>
            <a:r>
              <a:rPr lang="id-ID" sz="6600">
                <a:solidFill>
                  <a:schemeClr val="accent1"/>
                </a:solidFill>
                <a:latin typeface="Manrope"/>
                <a:ea typeface="Manrope"/>
                <a:cs typeface="Manrope"/>
                <a:sym typeface="Manrope"/>
              </a:rPr>
              <a:t>Us?</a:t>
            </a:r>
            <a:endParaRPr/>
          </a:p>
        </p:txBody>
      </p:sp>
      <p:cxnSp>
        <p:nvCxnSpPr>
          <p:cNvPr id="302" name="Google Shape;302;p43"/>
          <p:cNvCxnSpPr/>
          <p:nvPr/>
        </p:nvCxnSpPr>
        <p:spPr>
          <a:xfrm>
            <a:off x="593643" y="1296797"/>
            <a:ext cx="0" cy="1512002"/>
          </a:xfrm>
          <a:prstGeom prst="straightConnector1">
            <a:avLst/>
          </a:prstGeom>
          <a:noFill/>
          <a:ln w="25400" cap="flat" cmpd="sng">
            <a:solidFill>
              <a:schemeClr val="accent2"/>
            </a:solidFill>
            <a:prstDash val="solid"/>
            <a:miter lim="800000"/>
            <a:headEnd type="none" w="sm" len="sm"/>
            <a:tailEnd type="none" w="sm" len="sm"/>
          </a:ln>
        </p:spPr>
      </p:cxnSp>
      <p:sp>
        <p:nvSpPr>
          <p:cNvPr id="303" name="Google Shape;303;p43"/>
          <p:cNvSpPr/>
          <p:nvPr/>
        </p:nvSpPr>
        <p:spPr>
          <a:xfrm>
            <a:off x="5852417" y="3095434"/>
            <a:ext cx="3264627" cy="2565591"/>
          </a:xfrm>
          <a:prstGeom prst="rect">
            <a:avLst/>
          </a:prstGeom>
          <a:gradFill>
            <a:gsLst>
              <a:gs pos="0">
                <a:schemeClr val="accent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304" name="Google Shape;304;p43"/>
          <p:cNvSpPr txBox="1"/>
          <p:nvPr/>
        </p:nvSpPr>
        <p:spPr>
          <a:xfrm>
            <a:off x="587375" y="4568556"/>
            <a:ext cx="4059270" cy="108170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 Ut enim ad minim veniam, quis nostrud exercitation ullamco laboris nisi ut aliquip ex ea commodo consequat. </a:t>
            </a:r>
            <a:endParaRPr sz="1100">
              <a:solidFill>
                <a:srgbClr val="595959"/>
              </a:solidFill>
              <a:latin typeface="Manrope"/>
              <a:ea typeface="Manrope"/>
              <a:cs typeface="Manrope"/>
              <a:sym typeface="Manrope"/>
            </a:endParaRPr>
          </a:p>
        </p:txBody>
      </p:sp>
      <p:sp>
        <p:nvSpPr>
          <p:cNvPr id="305" name="Google Shape;305;p43"/>
          <p:cNvSpPr txBox="1"/>
          <p:nvPr/>
        </p:nvSpPr>
        <p:spPr>
          <a:xfrm>
            <a:off x="587375" y="4097255"/>
            <a:ext cx="238078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Hassle-Free and Relax</a:t>
            </a:r>
            <a:endParaRPr/>
          </a:p>
        </p:txBody>
      </p:sp>
      <p:sp>
        <p:nvSpPr>
          <p:cNvPr id="306" name="Google Shape;306;p43"/>
          <p:cNvSpPr txBox="1"/>
          <p:nvPr/>
        </p:nvSpPr>
        <p:spPr>
          <a:xfrm>
            <a:off x="6192072" y="4266532"/>
            <a:ext cx="2585316" cy="108170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chemeClr val="lt1"/>
                </a:solidFill>
                <a:latin typeface="Manrope"/>
                <a:ea typeface="Manrope"/>
                <a:cs typeface="Manrope"/>
                <a:sym typeface="Manrope"/>
              </a:rPr>
              <a:t>Lorem ipsum dolor sit amet, consectetur adipiscing elit, sed do eiusmod tempor incididunt ut labore et dolore magna aliqua. </a:t>
            </a:r>
            <a:endParaRPr sz="1100">
              <a:solidFill>
                <a:schemeClr val="lt1"/>
              </a:solidFill>
              <a:latin typeface="Manrope"/>
              <a:ea typeface="Manrope"/>
              <a:cs typeface="Manrope"/>
              <a:sym typeface="Manrope"/>
            </a:endParaRPr>
          </a:p>
        </p:txBody>
      </p:sp>
      <p:sp>
        <p:nvSpPr>
          <p:cNvPr id="307" name="Google Shape;307;p43"/>
          <p:cNvSpPr txBox="1"/>
          <p:nvPr/>
        </p:nvSpPr>
        <p:spPr>
          <a:xfrm>
            <a:off x="6192072" y="3362566"/>
            <a:ext cx="1649811"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5400">
                <a:solidFill>
                  <a:schemeClr val="lt1"/>
                </a:solidFill>
                <a:latin typeface="Manrope"/>
                <a:ea typeface="Manrope"/>
                <a:cs typeface="Manrope"/>
                <a:sym typeface="Manrope"/>
              </a:rPr>
              <a:t>128+</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44"/>
          <p:cNvSpPr txBox="1"/>
          <p:nvPr/>
        </p:nvSpPr>
        <p:spPr>
          <a:xfrm>
            <a:off x="706457" y="1131538"/>
            <a:ext cx="4887900" cy="2185800"/>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Roadmap to</a:t>
            </a:r>
            <a:endParaRPr/>
          </a:p>
          <a:p>
            <a:pPr marL="0" marR="0" lvl="0" indent="0" algn="l" rtl="0">
              <a:lnSpc>
                <a:spcPct val="106060"/>
              </a:lnSpc>
              <a:spcBef>
                <a:spcPts val="0"/>
              </a:spcBef>
              <a:spcAft>
                <a:spcPts val="0"/>
              </a:spcAft>
              <a:buNone/>
            </a:pPr>
            <a:r>
              <a:rPr lang="id-ID" sz="6600">
                <a:solidFill>
                  <a:schemeClr val="accent1"/>
                </a:solidFill>
                <a:latin typeface="Manrope"/>
                <a:ea typeface="Manrope"/>
                <a:cs typeface="Manrope"/>
                <a:sym typeface="Manrope"/>
              </a:rPr>
              <a:t>Success</a:t>
            </a:r>
            <a:endParaRPr/>
          </a:p>
        </p:txBody>
      </p:sp>
      <p:cxnSp>
        <p:nvCxnSpPr>
          <p:cNvPr id="313" name="Google Shape;313;p44"/>
          <p:cNvCxnSpPr/>
          <p:nvPr/>
        </p:nvCxnSpPr>
        <p:spPr>
          <a:xfrm>
            <a:off x="593643" y="1296797"/>
            <a:ext cx="0" cy="1512002"/>
          </a:xfrm>
          <a:prstGeom prst="straightConnector1">
            <a:avLst/>
          </a:prstGeom>
          <a:noFill/>
          <a:ln w="25400" cap="flat" cmpd="sng">
            <a:solidFill>
              <a:schemeClr val="accent2"/>
            </a:solidFill>
            <a:prstDash val="solid"/>
            <a:miter lim="800000"/>
            <a:headEnd type="none" w="sm" len="sm"/>
            <a:tailEnd type="none" w="sm" len="sm"/>
          </a:ln>
        </p:spPr>
      </p:cxnSp>
      <p:cxnSp>
        <p:nvCxnSpPr>
          <p:cNvPr id="314" name="Google Shape;314;p44"/>
          <p:cNvCxnSpPr/>
          <p:nvPr/>
        </p:nvCxnSpPr>
        <p:spPr>
          <a:xfrm>
            <a:off x="0" y="3762567"/>
            <a:ext cx="12192000" cy="0"/>
          </a:xfrm>
          <a:prstGeom prst="straightConnector1">
            <a:avLst/>
          </a:prstGeom>
          <a:noFill/>
          <a:ln w="19050" cap="flat" cmpd="sng">
            <a:solidFill>
              <a:schemeClr val="accent4"/>
            </a:solidFill>
            <a:prstDash val="solid"/>
            <a:miter lim="800000"/>
            <a:headEnd type="none" w="sm" len="sm"/>
            <a:tailEnd type="none" w="sm" len="sm"/>
          </a:ln>
        </p:spPr>
      </p:cxnSp>
      <p:sp>
        <p:nvSpPr>
          <p:cNvPr id="315" name="Google Shape;315;p44"/>
          <p:cNvSpPr/>
          <p:nvPr/>
        </p:nvSpPr>
        <p:spPr>
          <a:xfrm>
            <a:off x="649235" y="3697631"/>
            <a:ext cx="129872" cy="129872"/>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316" name="Google Shape;316;p44"/>
          <p:cNvSpPr txBox="1"/>
          <p:nvPr/>
        </p:nvSpPr>
        <p:spPr>
          <a:xfrm>
            <a:off x="574057" y="4039075"/>
            <a:ext cx="1146468"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800" b="1">
                <a:solidFill>
                  <a:schemeClr val="dk1"/>
                </a:solidFill>
                <a:latin typeface="Manrope"/>
                <a:ea typeface="Manrope"/>
                <a:cs typeface="Manrope"/>
                <a:sym typeface="Manrope"/>
              </a:rPr>
              <a:t>2012</a:t>
            </a:r>
            <a:endParaRPr/>
          </a:p>
          <a:p>
            <a:pPr marL="0" marR="0" lvl="0" indent="0" algn="l" rtl="0">
              <a:spcBef>
                <a:spcPts val="0"/>
              </a:spcBef>
              <a:spcAft>
                <a:spcPts val="0"/>
              </a:spcAft>
              <a:buNone/>
            </a:pPr>
            <a:r>
              <a:rPr lang="id-ID" sz="1400">
                <a:solidFill>
                  <a:schemeClr val="dk1"/>
                </a:solidFill>
                <a:latin typeface="Manrope"/>
                <a:ea typeface="Manrope"/>
                <a:cs typeface="Manrope"/>
                <a:sym typeface="Manrope"/>
              </a:rPr>
              <a:t>December</a:t>
            </a:r>
            <a:endParaRPr sz="1800">
              <a:solidFill>
                <a:schemeClr val="dk1"/>
              </a:solidFill>
              <a:latin typeface="Manrope"/>
              <a:ea typeface="Manrope"/>
              <a:cs typeface="Manrope"/>
              <a:sym typeface="Manrope"/>
            </a:endParaRPr>
          </a:p>
        </p:txBody>
      </p:sp>
      <p:sp>
        <p:nvSpPr>
          <p:cNvPr id="317" name="Google Shape;317;p44"/>
          <p:cNvSpPr txBox="1"/>
          <p:nvPr/>
        </p:nvSpPr>
        <p:spPr>
          <a:xfrm>
            <a:off x="574057" y="4748029"/>
            <a:ext cx="1695418" cy="96391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id-ID" sz="1200" b="0" i="0">
                <a:solidFill>
                  <a:srgbClr val="595959"/>
                </a:solidFill>
                <a:latin typeface="Manrope"/>
                <a:ea typeface="Manrope"/>
                <a:cs typeface="Manrope"/>
                <a:sym typeface="Manrope"/>
              </a:rPr>
              <a:t>Lorem ipsum dolor sit amet, consectetur adipiscing elit, sed do eiusmod tempor. </a:t>
            </a:r>
            <a:endParaRPr sz="1200">
              <a:solidFill>
                <a:srgbClr val="595959"/>
              </a:solidFill>
              <a:latin typeface="Manrope"/>
              <a:ea typeface="Manrope"/>
              <a:cs typeface="Manrope"/>
              <a:sym typeface="Manrope"/>
            </a:endParaRPr>
          </a:p>
        </p:txBody>
      </p:sp>
      <p:sp>
        <p:nvSpPr>
          <p:cNvPr id="318" name="Google Shape;318;p44"/>
          <p:cNvSpPr/>
          <p:nvPr/>
        </p:nvSpPr>
        <p:spPr>
          <a:xfrm>
            <a:off x="2563476" y="3697631"/>
            <a:ext cx="129872" cy="129872"/>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319" name="Google Shape;319;p44"/>
          <p:cNvSpPr txBox="1"/>
          <p:nvPr/>
        </p:nvSpPr>
        <p:spPr>
          <a:xfrm>
            <a:off x="2488298" y="4039075"/>
            <a:ext cx="756938"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800" b="1">
                <a:solidFill>
                  <a:schemeClr val="dk1"/>
                </a:solidFill>
                <a:latin typeface="Manrope"/>
                <a:ea typeface="Manrope"/>
                <a:cs typeface="Manrope"/>
                <a:sym typeface="Manrope"/>
              </a:rPr>
              <a:t>2015</a:t>
            </a:r>
            <a:endParaRPr/>
          </a:p>
          <a:p>
            <a:pPr marL="0" marR="0" lvl="0" indent="0" algn="l" rtl="0">
              <a:spcBef>
                <a:spcPts val="0"/>
              </a:spcBef>
              <a:spcAft>
                <a:spcPts val="0"/>
              </a:spcAft>
              <a:buNone/>
            </a:pPr>
            <a:r>
              <a:rPr lang="id-ID" sz="1400">
                <a:solidFill>
                  <a:schemeClr val="dk1"/>
                </a:solidFill>
                <a:latin typeface="Manrope"/>
                <a:ea typeface="Manrope"/>
                <a:cs typeface="Manrope"/>
                <a:sym typeface="Manrope"/>
              </a:rPr>
              <a:t>March</a:t>
            </a:r>
            <a:endParaRPr sz="1800">
              <a:solidFill>
                <a:schemeClr val="dk1"/>
              </a:solidFill>
              <a:latin typeface="Manrope"/>
              <a:ea typeface="Manrope"/>
              <a:cs typeface="Manrope"/>
              <a:sym typeface="Manrope"/>
            </a:endParaRPr>
          </a:p>
        </p:txBody>
      </p:sp>
      <p:sp>
        <p:nvSpPr>
          <p:cNvPr id="320" name="Google Shape;320;p44"/>
          <p:cNvSpPr txBox="1"/>
          <p:nvPr/>
        </p:nvSpPr>
        <p:spPr>
          <a:xfrm>
            <a:off x="2488298" y="4748029"/>
            <a:ext cx="1695418" cy="96391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id-ID" sz="1200" b="0" i="0">
                <a:solidFill>
                  <a:srgbClr val="595959"/>
                </a:solidFill>
                <a:latin typeface="Manrope"/>
                <a:ea typeface="Manrope"/>
                <a:cs typeface="Manrope"/>
                <a:sym typeface="Manrope"/>
              </a:rPr>
              <a:t>Lorem ipsum dolor sit amet, consectetur adipiscing elit, sed do eiusmod tempor. </a:t>
            </a:r>
            <a:endParaRPr sz="1200">
              <a:solidFill>
                <a:srgbClr val="595959"/>
              </a:solidFill>
              <a:latin typeface="Manrope"/>
              <a:ea typeface="Manrope"/>
              <a:cs typeface="Manrope"/>
              <a:sym typeface="Manrope"/>
            </a:endParaRPr>
          </a:p>
        </p:txBody>
      </p:sp>
      <p:sp>
        <p:nvSpPr>
          <p:cNvPr id="321" name="Google Shape;321;p44"/>
          <p:cNvSpPr/>
          <p:nvPr/>
        </p:nvSpPr>
        <p:spPr>
          <a:xfrm>
            <a:off x="4477717" y="3697631"/>
            <a:ext cx="129872" cy="129872"/>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322" name="Google Shape;322;p44"/>
          <p:cNvSpPr txBox="1"/>
          <p:nvPr/>
        </p:nvSpPr>
        <p:spPr>
          <a:xfrm>
            <a:off x="4402539" y="4039075"/>
            <a:ext cx="120097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800" b="1">
                <a:solidFill>
                  <a:schemeClr val="dk1"/>
                </a:solidFill>
                <a:latin typeface="Manrope"/>
                <a:ea typeface="Manrope"/>
                <a:cs typeface="Manrope"/>
                <a:sym typeface="Manrope"/>
              </a:rPr>
              <a:t>2017</a:t>
            </a:r>
            <a:endParaRPr/>
          </a:p>
          <a:p>
            <a:pPr marL="0" marR="0" lvl="0" indent="0" algn="l" rtl="0">
              <a:spcBef>
                <a:spcPts val="0"/>
              </a:spcBef>
              <a:spcAft>
                <a:spcPts val="0"/>
              </a:spcAft>
              <a:buNone/>
            </a:pPr>
            <a:r>
              <a:rPr lang="id-ID" sz="1400">
                <a:solidFill>
                  <a:schemeClr val="dk1"/>
                </a:solidFill>
                <a:latin typeface="Manrope"/>
                <a:ea typeface="Manrope"/>
                <a:cs typeface="Manrope"/>
                <a:sym typeface="Manrope"/>
              </a:rPr>
              <a:t>September</a:t>
            </a:r>
            <a:endParaRPr sz="1800">
              <a:solidFill>
                <a:schemeClr val="dk1"/>
              </a:solidFill>
              <a:latin typeface="Manrope"/>
              <a:ea typeface="Manrope"/>
              <a:cs typeface="Manrope"/>
              <a:sym typeface="Manrope"/>
            </a:endParaRPr>
          </a:p>
        </p:txBody>
      </p:sp>
      <p:sp>
        <p:nvSpPr>
          <p:cNvPr id="323" name="Google Shape;323;p44"/>
          <p:cNvSpPr txBox="1"/>
          <p:nvPr/>
        </p:nvSpPr>
        <p:spPr>
          <a:xfrm>
            <a:off x="4402539" y="4748029"/>
            <a:ext cx="1695418" cy="96391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id-ID" sz="1200" b="0" i="0">
                <a:solidFill>
                  <a:srgbClr val="595959"/>
                </a:solidFill>
                <a:latin typeface="Manrope"/>
                <a:ea typeface="Manrope"/>
                <a:cs typeface="Manrope"/>
                <a:sym typeface="Manrope"/>
              </a:rPr>
              <a:t>Lorem ipsum dolor sit amet, consectetur adipiscing elit, sed do eiusmod tempor. </a:t>
            </a:r>
            <a:endParaRPr sz="1200">
              <a:solidFill>
                <a:srgbClr val="595959"/>
              </a:solidFill>
              <a:latin typeface="Manrope"/>
              <a:ea typeface="Manrope"/>
              <a:cs typeface="Manrope"/>
              <a:sym typeface="Manrope"/>
            </a:endParaRPr>
          </a:p>
        </p:txBody>
      </p:sp>
      <p:sp>
        <p:nvSpPr>
          <p:cNvPr id="324" name="Google Shape;324;p44"/>
          <p:cNvSpPr/>
          <p:nvPr/>
        </p:nvSpPr>
        <p:spPr>
          <a:xfrm>
            <a:off x="6391958" y="3697631"/>
            <a:ext cx="129872" cy="129872"/>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325" name="Google Shape;325;p44"/>
          <p:cNvSpPr txBox="1"/>
          <p:nvPr/>
        </p:nvSpPr>
        <p:spPr>
          <a:xfrm>
            <a:off x="6316780" y="4039075"/>
            <a:ext cx="77136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800" b="1">
                <a:solidFill>
                  <a:schemeClr val="dk1"/>
                </a:solidFill>
                <a:latin typeface="Manrope"/>
                <a:ea typeface="Manrope"/>
                <a:cs typeface="Manrope"/>
                <a:sym typeface="Manrope"/>
              </a:rPr>
              <a:t>2020</a:t>
            </a:r>
            <a:endParaRPr/>
          </a:p>
          <a:p>
            <a:pPr marL="0" marR="0" lvl="0" indent="0" algn="l" rtl="0">
              <a:spcBef>
                <a:spcPts val="0"/>
              </a:spcBef>
              <a:spcAft>
                <a:spcPts val="0"/>
              </a:spcAft>
              <a:buNone/>
            </a:pPr>
            <a:r>
              <a:rPr lang="id-ID" sz="1400">
                <a:solidFill>
                  <a:schemeClr val="dk1"/>
                </a:solidFill>
                <a:latin typeface="Manrope"/>
                <a:ea typeface="Manrope"/>
                <a:cs typeface="Manrope"/>
                <a:sym typeface="Manrope"/>
              </a:rPr>
              <a:t>May</a:t>
            </a:r>
            <a:endParaRPr sz="1800">
              <a:solidFill>
                <a:schemeClr val="dk1"/>
              </a:solidFill>
              <a:latin typeface="Manrope"/>
              <a:ea typeface="Manrope"/>
              <a:cs typeface="Manrope"/>
              <a:sym typeface="Manrope"/>
            </a:endParaRPr>
          </a:p>
        </p:txBody>
      </p:sp>
      <p:sp>
        <p:nvSpPr>
          <p:cNvPr id="326" name="Google Shape;326;p44"/>
          <p:cNvSpPr txBox="1"/>
          <p:nvPr/>
        </p:nvSpPr>
        <p:spPr>
          <a:xfrm>
            <a:off x="6316780" y="4748029"/>
            <a:ext cx="1695418" cy="96391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id-ID" sz="1200" b="0" i="0">
                <a:solidFill>
                  <a:srgbClr val="595959"/>
                </a:solidFill>
                <a:latin typeface="Manrope"/>
                <a:ea typeface="Manrope"/>
                <a:cs typeface="Manrope"/>
                <a:sym typeface="Manrope"/>
              </a:rPr>
              <a:t>Lorem ipsum dolor sit amet, consectetur adipiscing elit, sed do eiusmod tempor. </a:t>
            </a:r>
            <a:endParaRPr sz="1200">
              <a:solidFill>
                <a:srgbClr val="595959"/>
              </a:solidFill>
              <a:latin typeface="Manrope"/>
              <a:ea typeface="Manrope"/>
              <a:cs typeface="Manrope"/>
              <a:sym typeface="Manrope"/>
            </a:endParaRPr>
          </a:p>
        </p:txBody>
      </p:sp>
      <p:sp>
        <p:nvSpPr>
          <p:cNvPr id="327" name="Google Shape;327;p44"/>
          <p:cNvSpPr/>
          <p:nvPr/>
        </p:nvSpPr>
        <p:spPr>
          <a:xfrm>
            <a:off x="8306199" y="3697631"/>
            <a:ext cx="129872" cy="129872"/>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328" name="Google Shape;328;p44"/>
          <p:cNvSpPr txBox="1"/>
          <p:nvPr/>
        </p:nvSpPr>
        <p:spPr>
          <a:xfrm>
            <a:off x="8231021" y="4039075"/>
            <a:ext cx="1146468"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800" b="1">
                <a:solidFill>
                  <a:schemeClr val="dk1"/>
                </a:solidFill>
                <a:latin typeface="Manrope"/>
                <a:ea typeface="Manrope"/>
                <a:cs typeface="Manrope"/>
                <a:sym typeface="Manrope"/>
              </a:rPr>
              <a:t>2024</a:t>
            </a:r>
            <a:endParaRPr/>
          </a:p>
          <a:p>
            <a:pPr marL="0" marR="0" lvl="0" indent="0" algn="l" rtl="0">
              <a:spcBef>
                <a:spcPts val="0"/>
              </a:spcBef>
              <a:spcAft>
                <a:spcPts val="0"/>
              </a:spcAft>
              <a:buNone/>
            </a:pPr>
            <a:r>
              <a:rPr lang="id-ID" sz="1400">
                <a:solidFill>
                  <a:schemeClr val="dk1"/>
                </a:solidFill>
                <a:latin typeface="Manrope"/>
                <a:ea typeface="Manrope"/>
                <a:cs typeface="Manrope"/>
                <a:sym typeface="Manrope"/>
              </a:rPr>
              <a:t>December</a:t>
            </a:r>
            <a:endParaRPr sz="1800">
              <a:solidFill>
                <a:schemeClr val="dk1"/>
              </a:solidFill>
              <a:latin typeface="Manrope"/>
              <a:ea typeface="Manrope"/>
              <a:cs typeface="Manrope"/>
              <a:sym typeface="Manrope"/>
            </a:endParaRPr>
          </a:p>
        </p:txBody>
      </p:sp>
      <p:sp>
        <p:nvSpPr>
          <p:cNvPr id="329" name="Google Shape;329;p44"/>
          <p:cNvSpPr txBox="1"/>
          <p:nvPr/>
        </p:nvSpPr>
        <p:spPr>
          <a:xfrm>
            <a:off x="8231021" y="4748029"/>
            <a:ext cx="1695418" cy="96391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id-ID" sz="1200" b="0" i="0">
                <a:solidFill>
                  <a:srgbClr val="595959"/>
                </a:solidFill>
                <a:latin typeface="Manrope"/>
                <a:ea typeface="Manrope"/>
                <a:cs typeface="Manrope"/>
                <a:sym typeface="Manrope"/>
              </a:rPr>
              <a:t>Lorem ipsum dolor sit amet, consectetur adipiscing elit, sed do eiusmod tempor. </a:t>
            </a:r>
            <a:endParaRPr sz="1200">
              <a:solidFill>
                <a:srgbClr val="595959"/>
              </a:solidFill>
              <a:latin typeface="Manrope"/>
              <a:ea typeface="Manrope"/>
              <a:cs typeface="Manrope"/>
              <a:sym typeface="Manrope"/>
            </a:endParaRPr>
          </a:p>
        </p:txBody>
      </p:sp>
      <p:sp>
        <p:nvSpPr>
          <p:cNvPr id="330" name="Google Shape;330;p44"/>
          <p:cNvSpPr/>
          <p:nvPr/>
        </p:nvSpPr>
        <p:spPr>
          <a:xfrm>
            <a:off x="10220441" y="3697631"/>
            <a:ext cx="129872" cy="129872"/>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331" name="Google Shape;331;p44"/>
          <p:cNvSpPr txBox="1"/>
          <p:nvPr/>
        </p:nvSpPr>
        <p:spPr>
          <a:xfrm>
            <a:off x="10145263" y="4039075"/>
            <a:ext cx="12779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800" b="1">
                <a:solidFill>
                  <a:schemeClr val="accent3"/>
                </a:solidFill>
                <a:latin typeface="Manrope"/>
                <a:ea typeface="Manrope"/>
                <a:cs typeface="Manrope"/>
                <a:sym typeface="Manrope"/>
              </a:rPr>
              <a:t>2025</a:t>
            </a:r>
            <a:endParaRPr/>
          </a:p>
          <a:p>
            <a:pPr marL="0" marR="0" lvl="0" indent="0" algn="l" rtl="0">
              <a:spcBef>
                <a:spcPts val="0"/>
              </a:spcBef>
              <a:spcAft>
                <a:spcPts val="0"/>
              </a:spcAft>
              <a:buNone/>
            </a:pPr>
            <a:r>
              <a:rPr lang="id-ID" sz="1400">
                <a:solidFill>
                  <a:schemeClr val="dk1"/>
                </a:solidFill>
                <a:latin typeface="Manrope"/>
                <a:ea typeface="Manrope"/>
                <a:cs typeface="Manrope"/>
                <a:sym typeface="Manrope"/>
              </a:rPr>
              <a:t>and Beyond</a:t>
            </a:r>
            <a:endParaRPr sz="1800">
              <a:solidFill>
                <a:schemeClr val="dk1"/>
              </a:solidFill>
              <a:latin typeface="Manrope"/>
              <a:ea typeface="Manrope"/>
              <a:cs typeface="Manrope"/>
              <a:sym typeface="Manrope"/>
            </a:endParaRPr>
          </a:p>
        </p:txBody>
      </p:sp>
      <p:sp>
        <p:nvSpPr>
          <p:cNvPr id="332" name="Google Shape;332;p44"/>
          <p:cNvSpPr txBox="1"/>
          <p:nvPr/>
        </p:nvSpPr>
        <p:spPr>
          <a:xfrm>
            <a:off x="10145263" y="4748029"/>
            <a:ext cx="1695418" cy="96391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id-ID" sz="1200" b="0" i="0">
                <a:solidFill>
                  <a:srgbClr val="595959"/>
                </a:solidFill>
                <a:latin typeface="Manrope"/>
                <a:ea typeface="Manrope"/>
                <a:cs typeface="Manrope"/>
                <a:sym typeface="Manrope"/>
              </a:rPr>
              <a:t>Lorem ipsum dolor sit amet, consectetur adipiscing elit, sed do eiusmod tempor. </a:t>
            </a:r>
            <a:endParaRPr sz="1200">
              <a:solidFill>
                <a:srgbClr val="595959"/>
              </a:solidFill>
              <a:latin typeface="Manrope"/>
              <a:ea typeface="Manrope"/>
              <a:cs typeface="Manrope"/>
              <a:sym typeface="Manrope"/>
            </a:endParaRPr>
          </a:p>
        </p:txBody>
      </p:sp>
      <p:pic>
        <p:nvPicPr>
          <p:cNvPr id="333" name="Google Shape;333;p44"/>
          <p:cNvPicPr preferRelativeResize="0"/>
          <p:nvPr/>
        </p:nvPicPr>
        <p:blipFill rotWithShape="1">
          <a:blip r:embed="rId3">
            <a:alphaModFix/>
          </a:blip>
          <a:srcRect t="22914" b="22913"/>
          <a:stretch/>
        </p:blipFill>
        <p:spPr>
          <a:xfrm>
            <a:off x="6316663" y="1196975"/>
            <a:ext cx="5287962" cy="161131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5"/>
          <p:cNvSpPr txBox="1"/>
          <p:nvPr/>
        </p:nvSpPr>
        <p:spPr>
          <a:xfrm>
            <a:off x="587375" y="3043576"/>
            <a:ext cx="1027845"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6000" b="1">
                <a:solidFill>
                  <a:schemeClr val="accent1"/>
                </a:solidFill>
                <a:latin typeface="Manrope"/>
                <a:ea typeface="Manrope"/>
                <a:cs typeface="Manrope"/>
                <a:sym typeface="Manrope"/>
              </a:rPr>
              <a:t>01</a:t>
            </a:r>
            <a:endParaRPr/>
          </a:p>
        </p:txBody>
      </p:sp>
      <p:grpSp>
        <p:nvGrpSpPr>
          <p:cNvPr id="339" name="Google Shape;339;p45"/>
          <p:cNvGrpSpPr/>
          <p:nvPr/>
        </p:nvGrpSpPr>
        <p:grpSpPr>
          <a:xfrm>
            <a:off x="1813119" y="3097687"/>
            <a:ext cx="3609600" cy="925466"/>
            <a:chOff x="1813119" y="3090446"/>
            <a:chExt cx="3609600" cy="925466"/>
          </a:xfrm>
        </p:grpSpPr>
        <p:sp>
          <p:nvSpPr>
            <p:cNvPr id="340" name="Google Shape;340;p45"/>
            <p:cNvSpPr txBox="1"/>
            <p:nvPr/>
          </p:nvSpPr>
          <p:spPr>
            <a:xfrm>
              <a:off x="1813119" y="3500212"/>
              <a:ext cx="3609600" cy="5157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a:t>
              </a:r>
              <a:endParaRPr sz="1100">
                <a:solidFill>
                  <a:srgbClr val="595959"/>
                </a:solidFill>
                <a:latin typeface="Manrope"/>
                <a:ea typeface="Manrope"/>
                <a:cs typeface="Manrope"/>
                <a:sym typeface="Manrope"/>
              </a:endParaRPr>
            </a:p>
          </p:txBody>
        </p:sp>
        <p:sp>
          <p:nvSpPr>
            <p:cNvPr id="341" name="Google Shape;341;p45"/>
            <p:cNvSpPr txBox="1"/>
            <p:nvPr/>
          </p:nvSpPr>
          <p:spPr>
            <a:xfrm>
              <a:off x="1813119" y="3090446"/>
              <a:ext cx="2090637"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Real ROI Projection</a:t>
              </a:r>
              <a:endParaRPr/>
            </a:p>
          </p:txBody>
        </p:sp>
      </p:grpSp>
      <p:sp>
        <p:nvSpPr>
          <p:cNvPr id="342" name="Google Shape;342;p45"/>
          <p:cNvSpPr txBox="1"/>
          <p:nvPr/>
        </p:nvSpPr>
        <p:spPr>
          <a:xfrm>
            <a:off x="706457" y="1131538"/>
            <a:ext cx="9004500" cy="1108200"/>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Investor </a:t>
            </a:r>
            <a:r>
              <a:rPr lang="id-ID" sz="6600">
                <a:solidFill>
                  <a:schemeClr val="accent1"/>
                </a:solidFill>
                <a:latin typeface="Manrope"/>
                <a:ea typeface="Manrope"/>
                <a:cs typeface="Manrope"/>
                <a:sym typeface="Manrope"/>
              </a:rPr>
              <a:t>Opportunities</a:t>
            </a:r>
            <a:endParaRPr/>
          </a:p>
        </p:txBody>
      </p:sp>
      <p:cxnSp>
        <p:nvCxnSpPr>
          <p:cNvPr id="343" name="Google Shape;343;p45"/>
          <p:cNvCxnSpPr/>
          <p:nvPr/>
        </p:nvCxnSpPr>
        <p:spPr>
          <a:xfrm>
            <a:off x="593643" y="1296797"/>
            <a:ext cx="0" cy="667136"/>
          </a:xfrm>
          <a:prstGeom prst="straightConnector1">
            <a:avLst/>
          </a:prstGeom>
          <a:noFill/>
          <a:ln w="25400" cap="flat" cmpd="sng">
            <a:solidFill>
              <a:schemeClr val="accent2"/>
            </a:solidFill>
            <a:prstDash val="solid"/>
            <a:miter lim="800000"/>
            <a:headEnd type="none" w="sm" len="sm"/>
            <a:tailEnd type="none" w="sm" len="sm"/>
          </a:ln>
        </p:spPr>
      </p:cxnSp>
      <p:sp>
        <p:nvSpPr>
          <p:cNvPr id="344" name="Google Shape;344;p45"/>
          <p:cNvSpPr txBox="1"/>
          <p:nvPr/>
        </p:nvSpPr>
        <p:spPr>
          <a:xfrm>
            <a:off x="587375" y="4501986"/>
            <a:ext cx="1149674"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6000" b="1">
                <a:solidFill>
                  <a:schemeClr val="accent1"/>
                </a:solidFill>
                <a:latin typeface="Manrope"/>
                <a:ea typeface="Manrope"/>
                <a:cs typeface="Manrope"/>
                <a:sym typeface="Manrope"/>
              </a:rPr>
              <a:t>02</a:t>
            </a:r>
            <a:endParaRPr/>
          </a:p>
        </p:txBody>
      </p:sp>
      <p:grpSp>
        <p:nvGrpSpPr>
          <p:cNvPr id="345" name="Google Shape;345;p45"/>
          <p:cNvGrpSpPr/>
          <p:nvPr/>
        </p:nvGrpSpPr>
        <p:grpSpPr>
          <a:xfrm>
            <a:off x="1813119" y="4556097"/>
            <a:ext cx="3609600" cy="925466"/>
            <a:chOff x="1813119" y="3090446"/>
            <a:chExt cx="3609600" cy="925466"/>
          </a:xfrm>
        </p:grpSpPr>
        <p:sp>
          <p:nvSpPr>
            <p:cNvPr id="346" name="Google Shape;346;p45"/>
            <p:cNvSpPr txBox="1"/>
            <p:nvPr/>
          </p:nvSpPr>
          <p:spPr>
            <a:xfrm>
              <a:off x="1813119" y="3500212"/>
              <a:ext cx="3609600" cy="5157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a:t>
              </a:r>
              <a:endParaRPr sz="1100">
                <a:solidFill>
                  <a:srgbClr val="595959"/>
                </a:solidFill>
                <a:latin typeface="Manrope"/>
                <a:ea typeface="Manrope"/>
                <a:cs typeface="Manrope"/>
                <a:sym typeface="Manrope"/>
              </a:endParaRPr>
            </a:p>
          </p:txBody>
        </p:sp>
        <p:sp>
          <p:nvSpPr>
            <p:cNvPr id="347" name="Google Shape;347;p45"/>
            <p:cNvSpPr txBox="1"/>
            <p:nvPr/>
          </p:nvSpPr>
          <p:spPr>
            <a:xfrm>
              <a:off x="1813119" y="3090446"/>
              <a:ext cx="281519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Hassle-Free Opportunities</a:t>
              </a:r>
              <a:endParaRPr/>
            </a:p>
          </p:txBody>
        </p:sp>
      </p:grpSp>
      <p:sp>
        <p:nvSpPr>
          <p:cNvPr id="348" name="Google Shape;348;p45"/>
          <p:cNvSpPr txBox="1"/>
          <p:nvPr/>
        </p:nvSpPr>
        <p:spPr>
          <a:xfrm>
            <a:off x="6310258" y="3043576"/>
            <a:ext cx="1138453"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6000" b="1">
                <a:solidFill>
                  <a:schemeClr val="accent1"/>
                </a:solidFill>
                <a:latin typeface="Manrope"/>
                <a:ea typeface="Manrope"/>
                <a:cs typeface="Manrope"/>
                <a:sym typeface="Manrope"/>
              </a:rPr>
              <a:t>03</a:t>
            </a:r>
            <a:endParaRPr/>
          </a:p>
        </p:txBody>
      </p:sp>
      <p:grpSp>
        <p:nvGrpSpPr>
          <p:cNvPr id="349" name="Google Shape;349;p45"/>
          <p:cNvGrpSpPr/>
          <p:nvPr/>
        </p:nvGrpSpPr>
        <p:grpSpPr>
          <a:xfrm>
            <a:off x="7536002" y="3097687"/>
            <a:ext cx="3609600" cy="925466"/>
            <a:chOff x="1813119" y="3090446"/>
            <a:chExt cx="3609600" cy="925466"/>
          </a:xfrm>
        </p:grpSpPr>
        <p:sp>
          <p:nvSpPr>
            <p:cNvPr id="350" name="Google Shape;350;p45"/>
            <p:cNvSpPr txBox="1"/>
            <p:nvPr/>
          </p:nvSpPr>
          <p:spPr>
            <a:xfrm>
              <a:off x="1813119" y="3500212"/>
              <a:ext cx="3609600" cy="5157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a:t>
              </a:r>
              <a:endParaRPr sz="1100">
                <a:solidFill>
                  <a:srgbClr val="595959"/>
                </a:solidFill>
                <a:latin typeface="Manrope"/>
                <a:ea typeface="Manrope"/>
                <a:cs typeface="Manrope"/>
                <a:sym typeface="Manrope"/>
              </a:endParaRPr>
            </a:p>
          </p:txBody>
        </p:sp>
        <p:sp>
          <p:nvSpPr>
            <p:cNvPr id="351" name="Google Shape;351;p45"/>
            <p:cNvSpPr txBox="1"/>
            <p:nvPr/>
          </p:nvSpPr>
          <p:spPr>
            <a:xfrm>
              <a:off x="1813119" y="3090446"/>
              <a:ext cx="242406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Stay at Home and Chill</a:t>
              </a:r>
              <a:endParaRPr/>
            </a:p>
          </p:txBody>
        </p:sp>
      </p:grpSp>
      <p:sp>
        <p:nvSpPr>
          <p:cNvPr id="352" name="Google Shape;352;p45"/>
          <p:cNvSpPr txBox="1"/>
          <p:nvPr/>
        </p:nvSpPr>
        <p:spPr>
          <a:xfrm>
            <a:off x="6310258" y="4501986"/>
            <a:ext cx="1159292"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6000" b="1">
                <a:solidFill>
                  <a:schemeClr val="accent1"/>
                </a:solidFill>
                <a:latin typeface="Manrope"/>
                <a:ea typeface="Manrope"/>
                <a:cs typeface="Manrope"/>
                <a:sym typeface="Manrope"/>
              </a:rPr>
              <a:t>04</a:t>
            </a:r>
            <a:endParaRPr/>
          </a:p>
        </p:txBody>
      </p:sp>
      <p:grpSp>
        <p:nvGrpSpPr>
          <p:cNvPr id="353" name="Google Shape;353;p45"/>
          <p:cNvGrpSpPr/>
          <p:nvPr/>
        </p:nvGrpSpPr>
        <p:grpSpPr>
          <a:xfrm>
            <a:off x="7536002" y="4556097"/>
            <a:ext cx="3609600" cy="925466"/>
            <a:chOff x="1813119" y="3090446"/>
            <a:chExt cx="3609600" cy="925466"/>
          </a:xfrm>
        </p:grpSpPr>
        <p:sp>
          <p:nvSpPr>
            <p:cNvPr id="354" name="Google Shape;354;p45"/>
            <p:cNvSpPr txBox="1"/>
            <p:nvPr/>
          </p:nvSpPr>
          <p:spPr>
            <a:xfrm>
              <a:off x="1813119" y="3500212"/>
              <a:ext cx="3609600" cy="5157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a:t>
              </a:r>
              <a:endParaRPr sz="1100">
                <a:solidFill>
                  <a:srgbClr val="595959"/>
                </a:solidFill>
                <a:latin typeface="Manrope"/>
                <a:ea typeface="Manrope"/>
                <a:cs typeface="Manrope"/>
                <a:sym typeface="Manrope"/>
              </a:endParaRPr>
            </a:p>
          </p:txBody>
        </p:sp>
        <p:sp>
          <p:nvSpPr>
            <p:cNvPr id="355" name="Google Shape;355;p45"/>
            <p:cNvSpPr txBox="1"/>
            <p:nvPr/>
          </p:nvSpPr>
          <p:spPr>
            <a:xfrm>
              <a:off x="1813119" y="3090446"/>
              <a:ext cx="2401619"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Guarantee 4 Years ROI</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6"/>
          <p:cNvSpPr txBox="1"/>
          <p:nvPr/>
        </p:nvSpPr>
        <p:spPr>
          <a:xfrm>
            <a:off x="7189330" y="1147036"/>
            <a:ext cx="3145500" cy="2185800"/>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ROI at a</a:t>
            </a:r>
            <a:endParaRPr/>
          </a:p>
          <a:p>
            <a:pPr marL="0" marR="0" lvl="0" indent="0" algn="l" rtl="0">
              <a:lnSpc>
                <a:spcPct val="106060"/>
              </a:lnSpc>
              <a:spcBef>
                <a:spcPts val="0"/>
              </a:spcBef>
              <a:spcAft>
                <a:spcPts val="0"/>
              </a:spcAft>
              <a:buNone/>
            </a:pPr>
            <a:r>
              <a:rPr lang="id-ID" sz="6600">
                <a:solidFill>
                  <a:schemeClr val="accent1"/>
                </a:solidFill>
                <a:latin typeface="Manrope"/>
                <a:ea typeface="Manrope"/>
                <a:cs typeface="Manrope"/>
                <a:sym typeface="Manrope"/>
              </a:rPr>
              <a:t>Glance</a:t>
            </a:r>
            <a:endParaRPr/>
          </a:p>
        </p:txBody>
      </p:sp>
      <p:cxnSp>
        <p:nvCxnSpPr>
          <p:cNvPr id="361" name="Google Shape;361;p46"/>
          <p:cNvCxnSpPr/>
          <p:nvPr/>
        </p:nvCxnSpPr>
        <p:spPr>
          <a:xfrm>
            <a:off x="7076516" y="1312295"/>
            <a:ext cx="0" cy="1552825"/>
          </a:xfrm>
          <a:prstGeom prst="straightConnector1">
            <a:avLst/>
          </a:prstGeom>
          <a:noFill/>
          <a:ln w="25400" cap="flat" cmpd="sng">
            <a:solidFill>
              <a:schemeClr val="accent2"/>
            </a:solidFill>
            <a:prstDash val="solid"/>
            <a:miter lim="800000"/>
            <a:headEnd type="none" w="sm" len="sm"/>
            <a:tailEnd type="none" w="sm" len="sm"/>
          </a:ln>
        </p:spPr>
      </p:cxnSp>
      <p:sp>
        <p:nvSpPr>
          <p:cNvPr id="362" name="Google Shape;362;p46"/>
          <p:cNvSpPr/>
          <p:nvPr/>
        </p:nvSpPr>
        <p:spPr>
          <a:xfrm>
            <a:off x="587375" y="584200"/>
            <a:ext cx="4865462" cy="5076825"/>
          </a:xfrm>
          <a:prstGeom prst="rect">
            <a:avLst/>
          </a:prstGeom>
          <a:solidFill>
            <a:schemeClr val="lt1"/>
          </a:solidFill>
          <a:ln>
            <a:noFill/>
          </a:ln>
          <a:effectLst>
            <a:outerShdw blurRad="1270000" dist="1073575" dir="2640000" sx="88451" sy="88451" algn="tl" rotWithShape="0">
              <a:srgbClr val="000000">
                <a:alpha val="1294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363" name="Google Shape;363;p46"/>
          <p:cNvSpPr txBox="1"/>
          <p:nvPr/>
        </p:nvSpPr>
        <p:spPr>
          <a:xfrm>
            <a:off x="1235075" y="843645"/>
            <a:ext cx="3350597" cy="264687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600" b="1">
                <a:solidFill>
                  <a:schemeClr val="accent2"/>
                </a:solidFill>
                <a:latin typeface="Manrope"/>
                <a:ea typeface="Manrope"/>
                <a:cs typeface="Manrope"/>
                <a:sym typeface="Manrope"/>
              </a:rPr>
              <a:t>27</a:t>
            </a:r>
            <a:r>
              <a:rPr lang="id-ID" sz="6600">
                <a:solidFill>
                  <a:srgbClr val="D9D9D9"/>
                </a:solidFill>
                <a:latin typeface="Manrope"/>
                <a:ea typeface="Manrope"/>
                <a:cs typeface="Manrope"/>
                <a:sym typeface="Manrope"/>
              </a:rPr>
              <a:t>%</a:t>
            </a:r>
            <a:endParaRPr sz="16600">
              <a:solidFill>
                <a:srgbClr val="D9D9D9"/>
              </a:solidFill>
              <a:latin typeface="Manrope"/>
              <a:ea typeface="Manrope"/>
              <a:cs typeface="Manrope"/>
              <a:sym typeface="Manrope"/>
            </a:endParaRPr>
          </a:p>
        </p:txBody>
      </p:sp>
      <p:sp>
        <p:nvSpPr>
          <p:cNvPr id="364" name="Google Shape;364;p46"/>
          <p:cNvSpPr txBox="1"/>
          <p:nvPr/>
        </p:nvSpPr>
        <p:spPr>
          <a:xfrm>
            <a:off x="1235075" y="4277904"/>
            <a:ext cx="3609600" cy="10236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 Ut enim ad minim veniam, quis nostrud exercitation ullamco laboris</a:t>
            </a:r>
            <a:endParaRPr sz="1100">
              <a:solidFill>
                <a:srgbClr val="595959"/>
              </a:solidFill>
              <a:latin typeface="Manrope"/>
              <a:ea typeface="Manrope"/>
              <a:cs typeface="Manrope"/>
              <a:sym typeface="Manrope"/>
            </a:endParaRPr>
          </a:p>
        </p:txBody>
      </p:sp>
      <p:sp>
        <p:nvSpPr>
          <p:cNvPr id="365" name="Google Shape;365;p46"/>
          <p:cNvSpPr txBox="1"/>
          <p:nvPr/>
        </p:nvSpPr>
        <p:spPr>
          <a:xfrm>
            <a:off x="1235075" y="3868138"/>
            <a:ext cx="2090637"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Real ROI Projection</a:t>
            </a:r>
            <a:endParaRPr/>
          </a:p>
        </p:txBody>
      </p:sp>
      <p:sp>
        <p:nvSpPr>
          <p:cNvPr id="366" name="Google Shape;366;p46"/>
          <p:cNvSpPr txBox="1"/>
          <p:nvPr/>
        </p:nvSpPr>
        <p:spPr>
          <a:xfrm>
            <a:off x="7189331" y="3817572"/>
            <a:ext cx="2517378" cy="1843453"/>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 Ut enim ad minim veniam, quis nostrud exercitation ullamco laboris nisi ut aliquip ex ea commodo consequat. </a:t>
            </a:r>
            <a:endParaRPr sz="1100">
              <a:solidFill>
                <a:srgbClr val="595959"/>
              </a:solidFill>
              <a:latin typeface="Manrope"/>
              <a:ea typeface="Manrope"/>
              <a:cs typeface="Manrope"/>
              <a:sym typeface="Manrop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pic>
        <p:nvPicPr>
          <p:cNvPr id="371" name="Google Shape;371;p47"/>
          <p:cNvPicPr preferRelativeResize="0"/>
          <p:nvPr/>
        </p:nvPicPr>
        <p:blipFill rotWithShape="1">
          <a:blip r:embed="rId3">
            <a:alphaModFix/>
          </a:blip>
          <a:srcRect t="25000" b="25000"/>
          <a:stretch/>
        </p:blipFill>
        <p:spPr>
          <a:xfrm>
            <a:off x="0" y="3429000"/>
            <a:ext cx="12192000" cy="3429000"/>
          </a:xfrm>
          <a:prstGeom prst="rect">
            <a:avLst/>
          </a:prstGeom>
          <a:noFill/>
          <a:ln>
            <a:noFill/>
          </a:ln>
        </p:spPr>
      </p:pic>
      <p:sp>
        <p:nvSpPr>
          <p:cNvPr id="372" name="Google Shape;372;p47"/>
          <p:cNvSpPr txBox="1"/>
          <p:nvPr/>
        </p:nvSpPr>
        <p:spPr>
          <a:xfrm>
            <a:off x="706457" y="1207738"/>
            <a:ext cx="5001690" cy="1887696"/>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Competitive</a:t>
            </a:r>
            <a:endParaRPr/>
          </a:p>
          <a:p>
            <a:pPr marL="0" marR="0" lvl="0" indent="0" algn="l" rtl="0">
              <a:lnSpc>
                <a:spcPct val="106060"/>
              </a:lnSpc>
              <a:spcBef>
                <a:spcPts val="0"/>
              </a:spcBef>
              <a:spcAft>
                <a:spcPts val="0"/>
              </a:spcAft>
              <a:buNone/>
            </a:pPr>
            <a:r>
              <a:rPr lang="id-ID" sz="6600">
                <a:solidFill>
                  <a:schemeClr val="accent1"/>
                </a:solidFill>
                <a:latin typeface="Manrope"/>
                <a:ea typeface="Manrope"/>
                <a:cs typeface="Manrope"/>
                <a:sym typeface="Manrope"/>
              </a:rPr>
              <a:t>Landscape</a:t>
            </a:r>
            <a:endParaRPr/>
          </a:p>
        </p:txBody>
      </p:sp>
      <p:cxnSp>
        <p:nvCxnSpPr>
          <p:cNvPr id="373" name="Google Shape;373;p47"/>
          <p:cNvCxnSpPr/>
          <p:nvPr/>
        </p:nvCxnSpPr>
        <p:spPr>
          <a:xfrm>
            <a:off x="593643" y="1296797"/>
            <a:ext cx="0" cy="1550437"/>
          </a:xfrm>
          <a:prstGeom prst="straightConnector1">
            <a:avLst/>
          </a:prstGeom>
          <a:noFill/>
          <a:ln w="25400" cap="flat" cmpd="sng">
            <a:solidFill>
              <a:schemeClr val="accent2"/>
            </a:solidFill>
            <a:prstDash val="solid"/>
            <a:miter lim="800000"/>
            <a:headEnd type="none" w="sm" len="sm"/>
            <a:tailEnd type="none" w="sm" len="sm"/>
          </a:ln>
        </p:spPr>
      </p:cxnSp>
      <p:sp>
        <p:nvSpPr>
          <p:cNvPr id="374" name="Google Shape;374;p47"/>
          <p:cNvSpPr/>
          <p:nvPr/>
        </p:nvSpPr>
        <p:spPr>
          <a:xfrm>
            <a:off x="6483855" y="1196976"/>
            <a:ext cx="5114502" cy="4464050"/>
          </a:xfrm>
          <a:prstGeom prst="rect">
            <a:avLst/>
          </a:prstGeom>
          <a:gradFill>
            <a:gsLst>
              <a:gs pos="0">
                <a:schemeClr val="accent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375" name="Google Shape;375;p47"/>
          <p:cNvSpPr txBox="1"/>
          <p:nvPr/>
        </p:nvSpPr>
        <p:spPr>
          <a:xfrm>
            <a:off x="704850" y="6006456"/>
            <a:ext cx="1497526"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900">
                <a:solidFill>
                  <a:schemeClr val="lt1"/>
                </a:solidFill>
                <a:latin typeface="Manrope"/>
                <a:ea typeface="Manrope"/>
                <a:cs typeface="Manrope"/>
                <a:sym typeface="Manrope"/>
              </a:rPr>
              <a:t>Pitch Deck Presentation</a:t>
            </a:r>
            <a:endParaRPr/>
          </a:p>
        </p:txBody>
      </p:sp>
      <p:cxnSp>
        <p:nvCxnSpPr>
          <p:cNvPr id="376" name="Google Shape;376;p47"/>
          <p:cNvCxnSpPr/>
          <p:nvPr/>
        </p:nvCxnSpPr>
        <p:spPr>
          <a:xfrm rot="10800000">
            <a:off x="622300" y="6006456"/>
            <a:ext cx="0" cy="230832"/>
          </a:xfrm>
          <a:prstGeom prst="straightConnector1">
            <a:avLst/>
          </a:prstGeom>
          <a:noFill/>
          <a:ln w="66675" cap="flat" cmpd="sng">
            <a:solidFill>
              <a:schemeClr val="lt1"/>
            </a:solidFill>
            <a:prstDash val="solid"/>
            <a:miter lim="800000"/>
            <a:headEnd type="none" w="sm" len="sm"/>
            <a:tailEnd type="none" w="sm" len="sm"/>
          </a:ln>
        </p:spPr>
      </p:cxnSp>
      <p:sp>
        <p:nvSpPr>
          <p:cNvPr id="377" name="Google Shape;377;p47"/>
          <p:cNvSpPr txBox="1"/>
          <p:nvPr/>
        </p:nvSpPr>
        <p:spPr>
          <a:xfrm>
            <a:off x="6922755" y="2132011"/>
            <a:ext cx="4350083" cy="108170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chemeClr val="lt1"/>
                </a:solidFill>
                <a:latin typeface="Manrope"/>
                <a:ea typeface="Manrope"/>
                <a:cs typeface="Manrope"/>
                <a:sym typeface="Manrope"/>
              </a:rPr>
              <a:t>Lorem ipsum dolor sit amet, consectetur adipiscing elit, sed do eiusmod tempor incididunt ut labore et dolore magna aliqua. Ut enim ad minim veniam, quis nostrud exercitation ullamco laboris nisi ut aliquip ex ea commodo consequat. </a:t>
            </a:r>
            <a:endParaRPr sz="1100">
              <a:solidFill>
                <a:schemeClr val="lt1"/>
              </a:solidFill>
              <a:latin typeface="Manrope"/>
              <a:ea typeface="Manrope"/>
              <a:cs typeface="Manrope"/>
              <a:sym typeface="Manrope"/>
            </a:endParaRPr>
          </a:p>
        </p:txBody>
      </p:sp>
      <p:sp>
        <p:nvSpPr>
          <p:cNvPr id="378" name="Google Shape;378;p47"/>
          <p:cNvSpPr txBox="1"/>
          <p:nvPr/>
        </p:nvSpPr>
        <p:spPr>
          <a:xfrm>
            <a:off x="6922755" y="1660710"/>
            <a:ext cx="2218877"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lt1"/>
                </a:solidFill>
                <a:latin typeface="Manrope"/>
                <a:ea typeface="Manrope"/>
                <a:cs typeface="Manrope"/>
                <a:sym typeface="Manrope"/>
              </a:rPr>
              <a:t>Competitor Analysis</a:t>
            </a:r>
            <a:endParaRPr/>
          </a:p>
        </p:txBody>
      </p:sp>
      <p:sp>
        <p:nvSpPr>
          <p:cNvPr id="379" name="Google Shape;379;p47"/>
          <p:cNvSpPr txBox="1"/>
          <p:nvPr/>
        </p:nvSpPr>
        <p:spPr>
          <a:xfrm>
            <a:off x="6922755" y="3583295"/>
            <a:ext cx="1483098"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4800">
                <a:solidFill>
                  <a:schemeClr val="lt1"/>
                </a:solidFill>
                <a:latin typeface="Manrope"/>
                <a:ea typeface="Manrope"/>
                <a:cs typeface="Manrope"/>
                <a:sym typeface="Manrope"/>
              </a:rPr>
              <a:t>28%</a:t>
            </a:r>
            <a:endParaRPr/>
          </a:p>
        </p:txBody>
      </p:sp>
      <p:sp>
        <p:nvSpPr>
          <p:cNvPr id="380" name="Google Shape;380;p47"/>
          <p:cNvSpPr txBox="1"/>
          <p:nvPr/>
        </p:nvSpPr>
        <p:spPr>
          <a:xfrm>
            <a:off x="6922755" y="4379281"/>
            <a:ext cx="1854900" cy="7695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chemeClr val="lt1"/>
                </a:solidFill>
                <a:latin typeface="Manrope"/>
                <a:ea typeface="Manrope"/>
                <a:cs typeface="Manrope"/>
                <a:sym typeface="Manrope"/>
              </a:rPr>
              <a:t>Lorem ipsum dolor sit amet, consectetur adipiscing elit</a:t>
            </a:r>
            <a:endParaRPr sz="1100">
              <a:solidFill>
                <a:schemeClr val="lt1"/>
              </a:solidFill>
              <a:latin typeface="Manrope"/>
              <a:ea typeface="Manrope"/>
              <a:cs typeface="Manrope"/>
              <a:sym typeface="Manrope"/>
            </a:endParaRPr>
          </a:p>
        </p:txBody>
      </p:sp>
      <p:grpSp>
        <p:nvGrpSpPr>
          <p:cNvPr id="381" name="Google Shape;381;p47"/>
          <p:cNvGrpSpPr/>
          <p:nvPr/>
        </p:nvGrpSpPr>
        <p:grpSpPr>
          <a:xfrm>
            <a:off x="8915400" y="3661410"/>
            <a:ext cx="2407054" cy="1451610"/>
            <a:chOff x="8915400" y="3661410"/>
            <a:chExt cx="2407054" cy="1451610"/>
          </a:xfrm>
        </p:grpSpPr>
        <p:sp>
          <p:nvSpPr>
            <p:cNvPr id="382" name="Google Shape;382;p47"/>
            <p:cNvSpPr/>
            <p:nvPr/>
          </p:nvSpPr>
          <p:spPr>
            <a:xfrm>
              <a:off x="8915400" y="3661410"/>
              <a:ext cx="1450800" cy="1451610"/>
            </a:xfrm>
            <a:prstGeom prst="pie">
              <a:avLst>
                <a:gd name="adj1" fmla="val 14344530"/>
                <a:gd name="adj2" fmla="val 16200000"/>
              </a:avLst>
            </a:pr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383" name="Google Shape;383;p47"/>
            <p:cNvSpPr/>
            <p:nvPr/>
          </p:nvSpPr>
          <p:spPr>
            <a:xfrm flipH="1">
              <a:off x="8915400" y="3661410"/>
              <a:ext cx="1450800" cy="1451610"/>
            </a:xfrm>
            <a:prstGeom prst="pie">
              <a:avLst>
                <a:gd name="adj1" fmla="val 3553296"/>
                <a:gd name="adj2" fmla="val 1620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384" name="Google Shape;384;p47"/>
            <p:cNvSpPr/>
            <p:nvPr/>
          </p:nvSpPr>
          <p:spPr>
            <a:xfrm>
              <a:off x="8915400" y="3661410"/>
              <a:ext cx="1450800" cy="1451610"/>
            </a:xfrm>
            <a:prstGeom prst="pie">
              <a:avLst>
                <a:gd name="adj1" fmla="val 7241528"/>
                <a:gd name="adj2" fmla="val 12195383"/>
              </a:avLst>
            </a:prstGeom>
            <a:solidFill>
              <a:schemeClr val="lt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385" name="Google Shape;385;p47"/>
            <p:cNvSpPr/>
            <p:nvPr/>
          </p:nvSpPr>
          <p:spPr>
            <a:xfrm>
              <a:off x="8915400" y="3661410"/>
              <a:ext cx="1450800" cy="1451610"/>
            </a:xfrm>
            <a:prstGeom prst="pie">
              <a:avLst>
                <a:gd name="adj1" fmla="val 12181865"/>
                <a:gd name="adj2" fmla="val 14341877"/>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386" name="Google Shape;386;p47"/>
            <p:cNvSpPr/>
            <p:nvPr/>
          </p:nvSpPr>
          <p:spPr>
            <a:xfrm>
              <a:off x="10574655" y="3973830"/>
              <a:ext cx="78105" cy="7810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387" name="Google Shape;387;p47"/>
            <p:cNvSpPr/>
            <p:nvPr/>
          </p:nvSpPr>
          <p:spPr>
            <a:xfrm>
              <a:off x="10574654" y="4220828"/>
              <a:ext cx="78105" cy="78105"/>
            </a:xfrm>
            <a:prstGeom prst="rect">
              <a:avLst/>
            </a:prstGeom>
            <a:solidFill>
              <a:schemeClr val="lt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388" name="Google Shape;388;p47"/>
            <p:cNvSpPr/>
            <p:nvPr/>
          </p:nvSpPr>
          <p:spPr>
            <a:xfrm>
              <a:off x="10574653" y="4469731"/>
              <a:ext cx="78105" cy="78105"/>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389" name="Google Shape;389;p47"/>
            <p:cNvSpPr/>
            <p:nvPr/>
          </p:nvSpPr>
          <p:spPr>
            <a:xfrm>
              <a:off x="10574652" y="4718634"/>
              <a:ext cx="78105" cy="78105"/>
            </a:xfrm>
            <a:prstGeom prst="rect">
              <a:avLst/>
            </a:pr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390" name="Google Shape;390;p47"/>
            <p:cNvSpPr txBox="1"/>
            <p:nvPr/>
          </p:nvSpPr>
          <p:spPr>
            <a:xfrm>
              <a:off x="10594654" y="3891633"/>
              <a:ext cx="727800" cy="2463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000" b="0" i="0">
                  <a:solidFill>
                    <a:schemeClr val="lt1"/>
                  </a:solidFill>
                  <a:latin typeface="Manrope"/>
                  <a:ea typeface="Manrope"/>
                  <a:cs typeface="Manrope"/>
                  <a:sym typeface="Manrope"/>
                </a:rPr>
                <a:t>1st Qtr</a:t>
              </a:r>
              <a:endParaRPr sz="1000">
                <a:solidFill>
                  <a:schemeClr val="lt1"/>
                </a:solidFill>
                <a:latin typeface="Manrope"/>
                <a:ea typeface="Manrope"/>
                <a:cs typeface="Manrope"/>
                <a:sym typeface="Manrope"/>
              </a:endParaRPr>
            </a:p>
          </p:txBody>
        </p:sp>
        <p:sp>
          <p:nvSpPr>
            <p:cNvPr id="391" name="Google Shape;391;p47"/>
            <p:cNvSpPr txBox="1"/>
            <p:nvPr/>
          </p:nvSpPr>
          <p:spPr>
            <a:xfrm>
              <a:off x="10594654" y="4139283"/>
              <a:ext cx="727800" cy="2463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000" b="0" i="0">
                  <a:solidFill>
                    <a:schemeClr val="lt1"/>
                  </a:solidFill>
                  <a:latin typeface="Manrope"/>
                  <a:ea typeface="Manrope"/>
                  <a:cs typeface="Manrope"/>
                  <a:sym typeface="Manrope"/>
                </a:rPr>
                <a:t>2nd Qtr</a:t>
              </a:r>
              <a:endParaRPr sz="1000">
                <a:solidFill>
                  <a:schemeClr val="lt1"/>
                </a:solidFill>
                <a:latin typeface="Manrope"/>
                <a:ea typeface="Manrope"/>
                <a:cs typeface="Manrope"/>
                <a:sym typeface="Manrope"/>
              </a:endParaRPr>
            </a:p>
          </p:txBody>
        </p:sp>
        <p:sp>
          <p:nvSpPr>
            <p:cNvPr id="392" name="Google Shape;392;p47"/>
            <p:cNvSpPr txBox="1"/>
            <p:nvPr/>
          </p:nvSpPr>
          <p:spPr>
            <a:xfrm>
              <a:off x="10594654" y="4386933"/>
              <a:ext cx="727800" cy="2463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000" b="0" i="0">
                  <a:solidFill>
                    <a:schemeClr val="lt1"/>
                  </a:solidFill>
                  <a:latin typeface="Manrope"/>
                  <a:ea typeface="Manrope"/>
                  <a:cs typeface="Manrope"/>
                  <a:sym typeface="Manrope"/>
                </a:rPr>
                <a:t>3rd Qtr</a:t>
              </a:r>
              <a:endParaRPr sz="1000">
                <a:solidFill>
                  <a:schemeClr val="lt1"/>
                </a:solidFill>
                <a:latin typeface="Manrope"/>
                <a:ea typeface="Manrope"/>
                <a:cs typeface="Manrope"/>
                <a:sym typeface="Manrope"/>
              </a:endParaRPr>
            </a:p>
          </p:txBody>
        </p:sp>
        <p:sp>
          <p:nvSpPr>
            <p:cNvPr id="393" name="Google Shape;393;p47"/>
            <p:cNvSpPr txBox="1"/>
            <p:nvPr/>
          </p:nvSpPr>
          <p:spPr>
            <a:xfrm>
              <a:off x="10594654" y="4636488"/>
              <a:ext cx="727800" cy="2463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000" b="0" i="0">
                  <a:solidFill>
                    <a:schemeClr val="lt1"/>
                  </a:solidFill>
                  <a:latin typeface="Manrope"/>
                  <a:ea typeface="Manrope"/>
                  <a:cs typeface="Manrope"/>
                  <a:sym typeface="Manrope"/>
                </a:rPr>
                <a:t>4th Qtr</a:t>
              </a:r>
              <a:endParaRPr sz="1000">
                <a:solidFill>
                  <a:schemeClr val="lt1"/>
                </a:solidFill>
                <a:latin typeface="Manrope"/>
                <a:ea typeface="Manrope"/>
                <a:cs typeface="Manrope"/>
                <a:sym typeface="Manrope"/>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pic>
        <p:nvPicPr>
          <p:cNvPr id="398" name="Google Shape;398;p48"/>
          <p:cNvPicPr preferRelativeResize="0"/>
          <p:nvPr/>
        </p:nvPicPr>
        <p:blipFill rotWithShape="1">
          <a:blip r:embed="rId3">
            <a:alphaModFix/>
          </a:blip>
          <a:srcRect l="10813" r="10814"/>
          <a:stretch/>
        </p:blipFill>
        <p:spPr>
          <a:xfrm>
            <a:off x="0" y="233363"/>
            <a:ext cx="5584825" cy="4008437"/>
          </a:xfrm>
          <a:prstGeom prst="rect">
            <a:avLst/>
          </a:prstGeom>
          <a:noFill/>
          <a:ln>
            <a:noFill/>
          </a:ln>
        </p:spPr>
      </p:pic>
      <p:sp>
        <p:nvSpPr>
          <p:cNvPr id="399" name="Google Shape;399;p48"/>
          <p:cNvSpPr txBox="1"/>
          <p:nvPr/>
        </p:nvSpPr>
        <p:spPr>
          <a:xfrm>
            <a:off x="7162806" y="1147036"/>
            <a:ext cx="3748200" cy="3263100"/>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Future </a:t>
            </a:r>
            <a:endParaRPr/>
          </a:p>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Growth</a:t>
            </a:r>
            <a:endParaRPr/>
          </a:p>
          <a:p>
            <a:pPr marL="0" marR="0" lvl="0" indent="0" algn="l" rtl="0">
              <a:lnSpc>
                <a:spcPct val="106060"/>
              </a:lnSpc>
              <a:spcBef>
                <a:spcPts val="0"/>
              </a:spcBef>
              <a:spcAft>
                <a:spcPts val="0"/>
              </a:spcAft>
              <a:buNone/>
            </a:pPr>
            <a:r>
              <a:rPr lang="id-ID" sz="6600">
                <a:solidFill>
                  <a:schemeClr val="accent1"/>
                </a:solidFill>
                <a:latin typeface="Manrope"/>
                <a:ea typeface="Manrope"/>
                <a:cs typeface="Manrope"/>
                <a:sym typeface="Manrope"/>
              </a:rPr>
              <a:t>Prospect</a:t>
            </a:r>
            <a:endParaRPr/>
          </a:p>
        </p:txBody>
      </p:sp>
      <p:cxnSp>
        <p:nvCxnSpPr>
          <p:cNvPr id="400" name="Google Shape;400;p48"/>
          <p:cNvCxnSpPr/>
          <p:nvPr/>
        </p:nvCxnSpPr>
        <p:spPr>
          <a:xfrm>
            <a:off x="7049992" y="1312295"/>
            <a:ext cx="0" cy="2429971"/>
          </a:xfrm>
          <a:prstGeom prst="straightConnector1">
            <a:avLst/>
          </a:prstGeom>
          <a:noFill/>
          <a:ln w="25400" cap="flat" cmpd="sng">
            <a:solidFill>
              <a:schemeClr val="accent2"/>
            </a:solidFill>
            <a:prstDash val="solid"/>
            <a:miter lim="800000"/>
            <a:headEnd type="none" w="sm" len="sm"/>
            <a:tailEnd type="none" w="sm" len="sm"/>
          </a:ln>
        </p:spPr>
      </p:cxnSp>
      <p:sp>
        <p:nvSpPr>
          <p:cNvPr id="401" name="Google Shape;401;p48"/>
          <p:cNvSpPr/>
          <p:nvPr/>
        </p:nvSpPr>
        <p:spPr>
          <a:xfrm>
            <a:off x="-31345" y="4199467"/>
            <a:ext cx="5619345" cy="2658532"/>
          </a:xfrm>
          <a:prstGeom prst="rect">
            <a:avLst/>
          </a:prstGeom>
          <a:gradFill>
            <a:gsLst>
              <a:gs pos="0">
                <a:schemeClr val="accent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402" name="Google Shape;402;p48"/>
          <p:cNvSpPr/>
          <p:nvPr/>
        </p:nvSpPr>
        <p:spPr>
          <a:xfrm>
            <a:off x="4233346" y="1223237"/>
            <a:ext cx="2140325" cy="1037468"/>
          </a:xfrm>
          <a:prstGeom prst="rect">
            <a:avLst/>
          </a:prstGeom>
          <a:gradFill>
            <a:gsLst>
              <a:gs pos="0">
                <a:schemeClr val="accent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d-ID" sz="4800" b="1">
                <a:solidFill>
                  <a:schemeClr val="lt1"/>
                </a:solidFill>
                <a:latin typeface="Manrope"/>
                <a:ea typeface="Manrope"/>
                <a:cs typeface="Manrope"/>
                <a:sym typeface="Manrope"/>
              </a:rPr>
              <a:t>+210</a:t>
            </a:r>
            <a:endParaRPr/>
          </a:p>
        </p:txBody>
      </p:sp>
      <p:sp>
        <p:nvSpPr>
          <p:cNvPr id="403" name="Google Shape;403;p48"/>
          <p:cNvSpPr/>
          <p:nvPr/>
        </p:nvSpPr>
        <p:spPr>
          <a:xfrm>
            <a:off x="4233346" y="2391533"/>
            <a:ext cx="2140325" cy="1037468"/>
          </a:xfrm>
          <a:prstGeom prst="rect">
            <a:avLst/>
          </a:prstGeom>
          <a:gradFill>
            <a:gsLst>
              <a:gs pos="0">
                <a:schemeClr val="accent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id-ID" sz="4800" b="1">
                <a:solidFill>
                  <a:schemeClr val="lt1"/>
                </a:solidFill>
                <a:latin typeface="Manrope"/>
                <a:ea typeface="Manrope"/>
                <a:cs typeface="Manrope"/>
                <a:sym typeface="Manrope"/>
              </a:rPr>
              <a:t>+49</a:t>
            </a:r>
            <a:endParaRPr/>
          </a:p>
        </p:txBody>
      </p:sp>
      <p:sp>
        <p:nvSpPr>
          <p:cNvPr id="404" name="Google Shape;404;p48"/>
          <p:cNvSpPr txBox="1"/>
          <p:nvPr/>
        </p:nvSpPr>
        <p:spPr>
          <a:xfrm>
            <a:off x="7162805" y="4833234"/>
            <a:ext cx="4441819" cy="82779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 Ut enim ad minim veniam</a:t>
            </a:r>
            <a:endParaRPr sz="1100">
              <a:solidFill>
                <a:srgbClr val="595959"/>
              </a:solidFill>
              <a:latin typeface="Manrope"/>
              <a:ea typeface="Manrope"/>
              <a:cs typeface="Manrope"/>
              <a:sym typeface="Manrope"/>
            </a:endParaRPr>
          </a:p>
        </p:txBody>
      </p:sp>
      <p:sp>
        <p:nvSpPr>
          <p:cNvPr id="405" name="Google Shape;405;p48"/>
          <p:cNvSpPr txBox="1"/>
          <p:nvPr/>
        </p:nvSpPr>
        <p:spPr>
          <a:xfrm>
            <a:off x="7162805" y="4361933"/>
            <a:ext cx="2605147"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Hassle-Free and Relax</a:t>
            </a:r>
            <a:endParaRPr/>
          </a:p>
        </p:txBody>
      </p:sp>
      <p:sp>
        <p:nvSpPr>
          <p:cNvPr id="406" name="Google Shape;406;p48"/>
          <p:cNvSpPr txBox="1"/>
          <p:nvPr/>
        </p:nvSpPr>
        <p:spPr>
          <a:xfrm>
            <a:off x="1263450" y="4833234"/>
            <a:ext cx="3574021" cy="82779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chemeClr val="lt1"/>
                </a:solidFill>
                <a:latin typeface="Manrope"/>
                <a:ea typeface="Manrope"/>
                <a:cs typeface="Manrope"/>
                <a:sym typeface="Manrope"/>
              </a:rPr>
              <a:t>Lorem ipsum dolor sit amet, consectetur adipiscing elit, sed do eiusmod tempor incididunt ut labore et dolore magna aliqua. Ut enim ad minim veniam</a:t>
            </a:r>
            <a:endParaRPr sz="1100">
              <a:solidFill>
                <a:schemeClr val="lt1"/>
              </a:solidFill>
              <a:latin typeface="Manrope"/>
              <a:ea typeface="Manrope"/>
              <a:cs typeface="Manrope"/>
              <a:sym typeface="Manrope"/>
            </a:endParaRPr>
          </a:p>
        </p:txBody>
      </p:sp>
      <p:sp>
        <p:nvSpPr>
          <p:cNvPr id="407" name="Google Shape;407;p48"/>
          <p:cNvSpPr txBox="1"/>
          <p:nvPr/>
        </p:nvSpPr>
        <p:spPr>
          <a:xfrm>
            <a:off x="704850" y="6006456"/>
            <a:ext cx="1497526"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900">
                <a:solidFill>
                  <a:schemeClr val="lt1"/>
                </a:solidFill>
                <a:latin typeface="Manrope"/>
                <a:ea typeface="Manrope"/>
                <a:cs typeface="Manrope"/>
                <a:sym typeface="Manrope"/>
              </a:rPr>
              <a:t>Pitch Deck Presentation</a:t>
            </a:r>
            <a:endParaRPr/>
          </a:p>
        </p:txBody>
      </p:sp>
      <p:cxnSp>
        <p:nvCxnSpPr>
          <p:cNvPr id="408" name="Google Shape;408;p48"/>
          <p:cNvCxnSpPr/>
          <p:nvPr/>
        </p:nvCxnSpPr>
        <p:spPr>
          <a:xfrm rot="10800000">
            <a:off x="622300" y="6006456"/>
            <a:ext cx="0" cy="230832"/>
          </a:xfrm>
          <a:prstGeom prst="straightConnector1">
            <a:avLst/>
          </a:prstGeom>
          <a:noFill/>
          <a:ln w="66675" cap="flat" cmpd="sng">
            <a:solidFill>
              <a:schemeClr val="lt1"/>
            </a:solidFill>
            <a:prstDash val="solid"/>
            <a:miter lim="800000"/>
            <a:headEnd type="none" w="sm" len="sm"/>
            <a:tailEnd type="none" w="sm" len="sm"/>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49"/>
          <p:cNvSpPr txBox="1"/>
          <p:nvPr/>
        </p:nvSpPr>
        <p:spPr>
          <a:xfrm>
            <a:off x="706457" y="1131538"/>
            <a:ext cx="6247200" cy="1108200"/>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Team </a:t>
            </a:r>
            <a:r>
              <a:rPr lang="id-ID" sz="6600">
                <a:solidFill>
                  <a:schemeClr val="accent1"/>
                </a:solidFill>
                <a:latin typeface="Manrope"/>
                <a:ea typeface="Manrope"/>
                <a:cs typeface="Manrope"/>
                <a:sym typeface="Manrope"/>
              </a:rPr>
              <a:t>Expertise</a:t>
            </a:r>
            <a:endParaRPr/>
          </a:p>
        </p:txBody>
      </p:sp>
      <p:cxnSp>
        <p:nvCxnSpPr>
          <p:cNvPr id="414" name="Google Shape;414;p49"/>
          <p:cNvCxnSpPr/>
          <p:nvPr/>
        </p:nvCxnSpPr>
        <p:spPr>
          <a:xfrm>
            <a:off x="593643" y="1296797"/>
            <a:ext cx="0" cy="667136"/>
          </a:xfrm>
          <a:prstGeom prst="straightConnector1">
            <a:avLst/>
          </a:prstGeom>
          <a:noFill/>
          <a:ln w="25400" cap="flat" cmpd="sng">
            <a:solidFill>
              <a:schemeClr val="accent2"/>
            </a:solidFill>
            <a:prstDash val="solid"/>
            <a:miter lim="800000"/>
            <a:headEnd type="none" w="sm" len="sm"/>
            <a:tailEnd type="none" w="sm" len="sm"/>
          </a:ln>
        </p:spPr>
      </p:cxnSp>
      <p:sp>
        <p:nvSpPr>
          <p:cNvPr id="415" name="Google Shape;415;p49"/>
          <p:cNvSpPr txBox="1"/>
          <p:nvPr/>
        </p:nvSpPr>
        <p:spPr>
          <a:xfrm>
            <a:off x="7794105" y="1389682"/>
            <a:ext cx="3804252" cy="61767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200" b="0" i="0">
                <a:solidFill>
                  <a:srgbClr val="595959"/>
                </a:solidFill>
                <a:latin typeface="Manrope"/>
                <a:ea typeface="Manrope"/>
                <a:cs typeface="Manrope"/>
                <a:sym typeface="Manrope"/>
              </a:rPr>
              <a:t>Lorem ipsum dolor sit amet, consectetur adipiscing elit, sed do eiusmod tempor incididunt ut labore et</a:t>
            </a:r>
            <a:endParaRPr sz="1200">
              <a:solidFill>
                <a:srgbClr val="595959"/>
              </a:solidFill>
              <a:latin typeface="Manrope"/>
              <a:ea typeface="Manrope"/>
              <a:cs typeface="Manrope"/>
              <a:sym typeface="Manrope"/>
            </a:endParaRPr>
          </a:p>
        </p:txBody>
      </p:sp>
      <p:sp>
        <p:nvSpPr>
          <p:cNvPr id="416" name="Google Shape;416;p49"/>
          <p:cNvSpPr txBox="1"/>
          <p:nvPr/>
        </p:nvSpPr>
        <p:spPr>
          <a:xfrm>
            <a:off x="1813119" y="2973700"/>
            <a:ext cx="96372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Michael</a:t>
            </a:r>
            <a:endParaRPr/>
          </a:p>
          <a:p>
            <a:pPr marL="0" marR="0" lvl="0" indent="0" algn="l" rtl="0">
              <a:spcBef>
                <a:spcPts val="0"/>
              </a:spcBef>
              <a:spcAft>
                <a:spcPts val="0"/>
              </a:spcAft>
              <a:buNone/>
            </a:pPr>
            <a:r>
              <a:rPr lang="id-ID" sz="1600" b="1">
                <a:solidFill>
                  <a:schemeClr val="dk1"/>
                </a:solidFill>
                <a:latin typeface="Manrope"/>
                <a:ea typeface="Manrope"/>
                <a:cs typeface="Manrope"/>
                <a:sym typeface="Manrope"/>
              </a:rPr>
              <a:t>Sunny</a:t>
            </a:r>
            <a:endParaRPr/>
          </a:p>
        </p:txBody>
      </p:sp>
      <p:sp>
        <p:nvSpPr>
          <p:cNvPr id="417" name="Google Shape;417;p49"/>
          <p:cNvSpPr txBox="1"/>
          <p:nvPr/>
        </p:nvSpPr>
        <p:spPr>
          <a:xfrm>
            <a:off x="1813119" y="3562635"/>
            <a:ext cx="494046"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200">
                <a:solidFill>
                  <a:schemeClr val="dk1"/>
                </a:solidFill>
                <a:latin typeface="Manrope"/>
                <a:ea typeface="Manrope"/>
                <a:cs typeface="Manrope"/>
                <a:sym typeface="Manrope"/>
              </a:rPr>
              <a:t>CEO</a:t>
            </a:r>
            <a:endParaRPr/>
          </a:p>
        </p:txBody>
      </p:sp>
      <p:sp>
        <p:nvSpPr>
          <p:cNvPr id="418" name="Google Shape;418;p49"/>
          <p:cNvSpPr txBox="1"/>
          <p:nvPr/>
        </p:nvSpPr>
        <p:spPr>
          <a:xfrm>
            <a:off x="798717" y="4334422"/>
            <a:ext cx="2210932" cy="117166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200" b="0" i="0">
                <a:solidFill>
                  <a:srgbClr val="595959"/>
                </a:solidFill>
                <a:latin typeface="Manrope"/>
                <a:ea typeface="Manrope"/>
                <a:cs typeface="Manrope"/>
                <a:sym typeface="Manrope"/>
              </a:rPr>
              <a:t>Lorem ipsum dolor sit amet, consectetur adipiscing elit, sed do eiusmod tempor incididunt ut labore et</a:t>
            </a:r>
            <a:endParaRPr sz="1200">
              <a:solidFill>
                <a:srgbClr val="595959"/>
              </a:solidFill>
              <a:latin typeface="Manrope"/>
              <a:ea typeface="Manrope"/>
              <a:cs typeface="Manrope"/>
              <a:sym typeface="Manrope"/>
            </a:endParaRPr>
          </a:p>
        </p:txBody>
      </p:sp>
      <p:sp>
        <p:nvSpPr>
          <p:cNvPr id="419" name="Google Shape;419;p49"/>
          <p:cNvSpPr txBox="1"/>
          <p:nvPr/>
        </p:nvSpPr>
        <p:spPr>
          <a:xfrm>
            <a:off x="4620866" y="2973700"/>
            <a:ext cx="119936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lt1"/>
                </a:solidFill>
                <a:latin typeface="Manrope"/>
                <a:ea typeface="Manrope"/>
                <a:cs typeface="Manrope"/>
                <a:sym typeface="Manrope"/>
              </a:rPr>
              <a:t>Lim</a:t>
            </a:r>
            <a:endParaRPr/>
          </a:p>
          <a:p>
            <a:pPr marL="0" marR="0" lvl="0" indent="0" algn="l" rtl="0">
              <a:spcBef>
                <a:spcPts val="0"/>
              </a:spcBef>
              <a:spcAft>
                <a:spcPts val="0"/>
              </a:spcAft>
              <a:buNone/>
            </a:pPr>
            <a:r>
              <a:rPr lang="id-ID" sz="1600" b="1">
                <a:solidFill>
                  <a:schemeClr val="lt1"/>
                </a:solidFill>
                <a:latin typeface="Manrope"/>
                <a:ea typeface="Manrope"/>
                <a:cs typeface="Manrope"/>
                <a:sym typeface="Manrope"/>
              </a:rPr>
              <a:t>Huanzhou</a:t>
            </a:r>
            <a:endParaRPr sz="1600" b="1">
              <a:solidFill>
                <a:schemeClr val="lt1"/>
              </a:solidFill>
              <a:latin typeface="Manrope"/>
              <a:ea typeface="Manrope"/>
              <a:cs typeface="Manrope"/>
              <a:sym typeface="Manrope"/>
            </a:endParaRPr>
          </a:p>
        </p:txBody>
      </p:sp>
      <p:sp>
        <p:nvSpPr>
          <p:cNvPr id="420" name="Google Shape;420;p49"/>
          <p:cNvSpPr txBox="1"/>
          <p:nvPr/>
        </p:nvSpPr>
        <p:spPr>
          <a:xfrm>
            <a:off x="4620866" y="3562635"/>
            <a:ext cx="77296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200">
                <a:solidFill>
                  <a:schemeClr val="lt1"/>
                </a:solidFill>
                <a:latin typeface="Manrope"/>
                <a:ea typeface="Manrope"/>
                <a:cs typeface="Manrope"/>
                <a:sym typeface="Manrope"/>
              </a:rPr>
              <a:t>Founder</a:t>
            </a:r>
            <a:endParaRPr/>
          </a:p>
        </p:txBody>
      </p:sp>
      <p:sp>
        <p:nvSpPr>
          <p:cNvPr id="421" name="Google Shape;421;p49"/>
          <p:cNvSpPr txBox="1"/>
          <p:nvPr/>
        </p:nvSpPr>
        <p:spPr>
          <a:xfrm>
            <a:off x="3606464" y="4334422"/>
            <a:ext cx="2210932" cy="117166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200" b="0" i="0">
                <a:solidFill>
                  <a:schemeClr val="lt1"/>
                </a:solidFill>
                <a:latin typeface="Manrope"/>
                <a:ea typeface="Manrope"/>
                <a:cs typeface="Manrope"/>
                <a:sym typeface="Manrope"/>
              </a:rPr>
              <a:t>Lorem ipsum dolor sit amet, consectetur adipiscing elit, sed do eiusmod tempor incididunt ut labore et</a:t>
            </a:r>
            <a:endParaRPr sz="1200">
              <a:solidFill>
                <a:schemeClr val="lt1"/>
              </a:solidFill>
              <a:latin typeface="Manrope"/>
              <a:ea typeface="Manrope"/>
              <a:cs typeface="Manrope"/>
              <a:sym typeface="Manrope"/>
            </a:endParaRPr>
          </a:p>
        </p:txBody>
      </p:sp>
      <p:sp>
        <p:nvSpPr>
          <p:cNvPr id="422" name="Google Shape;422;p49"/>
          <p:cNvSpPr txBox="1"/>
          <p:nvPr/>
        </p:nvSpPr>
        <p:spPr>
          <a:xfrm>
            <a:off x="7389008" y="2973700"/>
            <a:ext cx="92044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Tommy</a:t>
            </a:r>
            <a:endParaRPr/>
          </a:p>
          <a:p>
            <a:pPr marL="0" marR="0" lvl="0" indent="0" algn="l" rtl="0">
              <a:spcBef>
                <a:spcPts val="0"/>
              </a:spcBef>
              <a:spcAft>
                <a:spcPts val="0"/>
              </a:spcAft>
              <a:buNone/>
            </a:pPr>
            <a:r>
              <a:rPr lang="id-ID" sz="1600" b="1">
                <a:solidFill>
                  <a:schemeClr val="dk1"/>
                </a:solidFill>
                <a:latin typeface="Manrope"/>
                <a:ea typeface="Manrope"/>
                <a:cs typeface="Manrope"/>
                <a:sym typeface="Manrope"/>
              </a:rPr>
              <a:t>John</a:t>
            </a:r>
            <a:endParaRPr/>
          </a:p>
        </p:txBody>
      </p:sp>
      <p:sp>
        <p:nvSpPr>
          <p:cNvPr id="423" name="Google Shape;423;p49"/>
          <p:cNvSpPr txBox="1"/>
          <p:nvPr/>
        </p:nvSpPr>
        <p:spPr>
          <a:xfrm>
            <a:off x="7389008" y="3562635"/>
            <a:ext cx="90120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200">
                <a:solidFill>
                  <a:schemeClr val="dk1"/>
                </a:solidFill>
                <a:latin typeface="Manrope"/>
                <a:ea typeface="Manrope"/>
                <a:cs typeface="Manrope"/>
                <a:sym typeface="Manrope"/>
              </a:rPr>
              <a:t>Marketing</a:t>
            </a:r>
            <a:endParaRPr/>
          </a:p>
        </p:txBody>
      </p:sp>
      <p:sp>
        <p:nvSpPr>
          <p:cNvPr id="424" name="Google Shape;424;p49"/>
          <p:cNvSpPr txBox="1"/>
          <p:nvPr/>
        </p:nvSpPr>
        <p:spPr>
          <a:xfrm>
            <a:off x="6374606" y="4334422"/>
            <a:ext cx="2210932" cy="117166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200" b="0" i="0">
                <a:solidFill>
                  <a:srgbClr val="595959"/>
                </a:solidFill>
                <a:latin typeface="Manrope"/>
                <a:ea typeface="Manrope"/>
                <a:cs typeface="Manrope"/>
                <a:sym typeface="Manrope"/>
              </a:rPr>
              <a:t>Lorem ipsum dolor sit amet, consectetur adipiscing elit, sed do eiusmod tempor incididunt ut labore et</a:t>
            </a:r>
            <a:endParaRPr sz="1200">
              <a:solidFill>
                <a:srgbClr val="595959"/>
              </a:solidFill>
              <a:latin typeface="Manrope"/>
              <a:ea typeface="Manrope"/>
              <a:cs typeface="Manrope"/>
              <a:sym typeface="Manrope"/>
            </a:endParaRPr>
          </a:p>
        </p:txBody>
      </p:sp>
      <p:sp>
        <p:nvSpPr>
          <p:cNvPr id="425" name="Google Shape;425;p49"/>
          <p:cNvSpPr txBox="1"/>
          <p:nvPr/>
        </p:nvSpPr>
        <p:spPr>
          <a:xfrm>
            <a:off x="10157150" y="2973700"/>
            <a:ext cx="941283"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Eleanor</a:t>
            </a:r>
            <a:endParaRPr/>
          </a:p>
          <a:p>
            <a:pPr marL="0" marR="0" lvl="0" indent="0" algn="l" rtl="0">
              <a:spcBef>
                <a:spcPts val="0"/>
              </a:spcBef>
              <a:spcAft>
                <a:spcPts val="0"/>
              </a:spcAft>
              <a:buNone/>
            </a:pPr>
            <a:r>
              <a:rPr lang="id-ID" sz="1600" b="1">
                <a:solidFill>
                  <a:schemeClr val="dk1"/>
                </a:solidFill>
                <a:latin typeface="Manrope"/>
                <a:ea typeface="Manrope"/>
                <a:cs typeface="Manrope"/>
                <a:sym typeface="Manrope"/>
              </a:rPr>
              <a:t>Shelby</a:t>
            </a:r>
            <a:endParaRPr/>
          </a:p>
        </p:txBody>
      </p:sp>
      <p:sp>
        <p:nvSpPr>
          <p:cNvPr id="426" name="Google Shape;426;p49"/>
          <p:cNvSpPr txBox="1"/>
          <p:nvPr/>
        </p:nvSpPr>
        <p:spPr>
          <a:xfrm>
            <a:off x="10157150" y="3562635"/>
            <a:ext cx="569387"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200">
                <a:solidFill>
                  <a:schemeClr val="dk1"/>
                </a:solidFill>
                <a:latin typeface="Manrope"/>
                <a:ea typeface="Manrope"/>
                <a:cs typeface="Manrope"/>
                <a:sym typeface="Manrope"/>
              </a:rPr>
              <a:t>Sales</a:t>
            </a:r>
            <a:endParaRPr/>
          </a:p>
        </p:txBody>
      </p:sp>
      <p:sp>
        <p:nvSpPr>
          <p:cNvPr id="427" name="Google Shape;427;p49"/>
          <p:cNvSpPr txBox="1"/>
          <p:nvPr/>
        </p:nvSpPr>
        <p:spPr>
          <a:xfrm>
            <a:off x="9142748" y="4334422"/>
            <a:ext cx="2210932" cy="117166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200" b="0" i="0">
                <a:solidFill>
                  <a:srgbClr val="595959"/>
                </a:solidFill>
                <a:latin typeface="Manrope"/>
                <a:ea typeface="Manrope"/>
                <a:cs typeface="Manrope"/>
                <a:sym typeface="Manrope"/>
              </a:rPr>
              <a:t>Lorem ipsum dolor sit amet, consectetur adipiscing elit, sed do eiusmod tempor incididunt ut labore et</a:t>
            </a:r>
            <a:endParaRPr sz="1200">
              <a:solidFill>
                <a:srgbClr val="595959"/>
              </a:solidFill>
              <a:latin typeface="Manrope"/>
              <a:ea typeface="Manrope"/>
              <a:cs typeface="Manrope"/>
              <a:sym typeface="Manrope"/>
            </a:endParaRPr>
          </a:p>
        </p:txBody>
      </p:sp>
      <p:pic>
        <p:nvPicPr>
          <p:cNvPr id="428" name="Google Shape;428;p49"/>
          <p:cNvPicPr preferRelativeResize="0"/>
          <p:nvPr/>
        </p:nvPicPr>
        <p:blipFill rotWithShape="1">
          <a:blip r:embed="rId3">
            <a:alphaModFix/>
          </a:blip>
          <a:srcRect l="29550" r="29550"/>
          <a:stretch/>
        </p:blipFill>
        <p:spPr>
          <a:xfrm>
            <a:off x="671513" y="2797175"/>
            <a:ext cx="993775" cy="1366838"/>
          </a:xfrm>
          <a:prstGeom prst="rect">
            <a:avLst/>
          </a:prstGeom>
          <a:noFill/>
          <a:ln>
            <a:noFill/>
          </a:ln>
        </p:spPr>
      </p:pic>
      <p:pic>
        <p:nvPicPr>
          <p:cNvPr id="429" name="Google Shape;429;p49"/>
          <p:cNvPicPr preferRelativeResize="0"/>
          <p:nvPr/>
        </p:nvPicPr>
        <p:blipFill rotWithShape="1">
          <a:blip r:embed="rId3">
            <a:alphaModFix/>
          </a:blip>
          <a:srcRect l="29518" r="29518"/>
          <a:stretch/>
        </p:blipFill>
        <p:spPr>
          <a:xfrm>
            <a:off x="3468688" y="2797175"/>
            <a:ext cx="995362" cy="1366838"/>
          </a:xfrm>
          <a:prstGeom prst="rect">
            <a:avLst/>
          </a:prstGeom>
          <a:noFill/>
          <a:ln>
            <a:noFill/>
          </a:ln>
        </p:spPr>
      </p:pic>
      <p:pic>
        <p:nvPicPr>
          <p:cNvPr id="430" name="Google Shape;430;p49"/>
          <p:cNvPicPr preferRelativeResize="0"/>
          <p:nvPr/>
        </p:nvPicPr>
        <p:blipFill rotWithShape="1">
          <a:blip r:embed="rId3">
            <a:alphaModFix/>
          </a:blip>
          <a:srcRect l="29518" r="29518"/>
          <a:stretch/>
        </p:blipFill>
        <p:spPr>
          <a:xfrm>
            <a:off x="6267450" y="2797175"/>
            <a:ext cx="995363" cy="1366838"/>
          </a:xfrm>
          <a:prstGeom prst="rect">
            <a:avLst/>
          </a:prstGeom>
          <a:noFill/>
          <a:ln>
            <a:noFill/>
          </a:ln>
        </p:spPr>
      </p:pic>
      <p:pic>
        <p:nvPicPr>
          <p:cNvPr id="431" name="Google Shape;431;p49"/>
          <p:cNvPicPr preferRelativeResize="0"/>
          <p:nvPr/>
        </p:nvPicPr>
        <p:blipFill rotWithShape="1">
          <a:blip r:embed="rId3">
            <a:alphaModFix/>
          </a:blip>
          <a:srcRect l="29550" r="29550"/>
          <a:stretch/>
        </p:blipFill>
        <p:spPr>
          <a:xfrm>
            <a:off x="9066213" y="2797175"/>
            <a:ext cx="993775" cy="136683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pic>
        <p:nvPicPr>
          <p:cNvPr id="436" name="Google Shape;436;p50"/>
          <p:cNvPicPr preferRelativeResize="0"/>
          <p:nvPr/>
        </p:nvPicPr>
        <p:blipFill rotWithShape="1">
          <a:blip r:embed="rId3">
            <a:alphaModFix/>
          </a:blip>
          <a:srcRect l="30025" r="30025"/>
          <a:stretch/>
        </p:blipFill>
        <p:spPr>
          <a:xfrm>
            <a:off x="0" y="0"/>
            <a:ext cx="4870450" cy="6858000"/>
          </a:xfrm>
          <a:prstGeom prst="rect">
            <a:avLst/>
          </a:prstGeom>
          <a:noFill/>
          <a:ln>
            <a:noFill/>
          </a:ln>
        </p:spPr>
      </p:pic>
      <p:sp>
        <p:nvSpPr>
          <p:cNvPr id="437" name="Google Shape;437;p50"/>
          <p:cNvSpPr txBox="1"/>
          <p:nvPr/>
        </p:nvSpPr>
        <p:spPr>
          <a:xfrm>
            <a:off x="5548119" y="1131538"/>
            <a:ext cx="6037200" cy="2185800"/>
          </a:xfrm>
          <a:prstGeom prst="rect">
            <a:avLst/>
          </a:prstGeom>
          <a:noFill/>
          <a:ln>
            <a:noFill/>
          </a:ln>
        </p:spPr>
        <p:txBody>
          <a:bodyPr spcFirstLastPara="1" wrap="square" lIns="91425" tIns="45700" rIns="91425" bIns="45700" anchor="t" anchorCtr="0">
            <a:spAutoFit/>
          </a:bodyPr>
          <a:lstStyle/>
          <a:p>
            <a:pPr marL="0" marR="0" lvl="0" indent="0" algn="l" rtl="0">
              <a:lnSpc>
                <a:spcPct val="106060"/>
              </a:lnSpc>
              <a:spcBef>
                <a:spcPts val="0"/>
              </a:spcBef>
              <a:spcAft>
                <a:spcPts val="0"/>
              </a:spcAft>
              <a:buNone/>
            </a:pPr>
            <a:r>
              <a:rPr lang="id-ID" sz="6600">
                <a:solidFill>
                  <a:schemeClr val="dk1"/>
                </a:solidFill>
                <a:latin typeface="Manrope"/>
                <a:ea typeface="Manrope"/>
                <a:cs typeface="Manrope"/>
                <a:sym typeface="Manrope"/>
              </a:rPr>
              <a:t>Client Success</a:t>
            </a:r>
            <a:endParaRPr/>
          </a:p>
          <a:p>
            <a:pPr marL="0" marR="0" lvl="0" indent="0" algn="l" rtl="0">
              <a:lnSpc>
                <a:spcPct val="106060"/>
              </a:lnSpc>
              <a:spcBef>
                <a:spcPts val="0"/>
              </a:spcBef>
              <a:spcAft>
                <a:spcPts val="0"/>
              </a:spcAft>
              <a:buNone/>
            </a:pPr>
            <a:r>
              <a:rPr lang="id-ID" sz="6600">
                <a:solidFill>
                  <a:schemeClr val="accent1"/>
                </a:solidFill>
                <a:latin typeface="Manrope"/>
                <a:ea typeface="Manrope"/>
                <a:cs typeface="Manrope"/>
                <a:sym typeface="Manrope"/>
              </a:rPr>
              <a:t>Story</a:t>
            </a:r>
            <a:endParaRPr/>
          </a:p>
        </p:txBody>
      </p:sp>
      <p:cxnSp>
        <p:nvCxnSpPr>
          <p:cNvPr id="438" name="Google Shape;438;p50"/>
          <p:cNvCxnSpPr/>
          <p:nvPr/>
        </p:nvCxnSpPr>
        <p:spPr>
          <a:xfrm>
            <a:off x="5435305" y="1296797"/>
            <a:ext cx="0" cy="1512002"/>
          </a:xfrm>
          <a:prstGeom prst="straightConnector1">
            <a:avLst/>
          </a:prstGeom>
          <a:noFill/>
          <a:ln w="25400" cap="flat" cmpd="sng">
            <a:solidFill>
              <a:schemeClr val="accent2"/>
            </a:solidFill>
            <a:prstDash val="solid"/>
            <a:miter lim="800000"/>
            <a:headEnd type="none" w="sm" len="sm"/>
            <a:tailEnd type="none" w="sm" len="sm"/>
          </a:ln>
        </p:spPr>
      </p:cxnSp>
      <p:sp>
        <p:nvSpPr>
          <p:cNvPr id="439" name="Google Shape;439;p50"/>
          <p:cNvSpPr/>
          <p:nvPr/>
        </p:nvSpPr>
        <p:spPr>
          <a:xfrm>
            <a:off x="2939143" y="3429000"/>
            <a:ext cx="8646202" cy="2808287"/>
          </a:xfrm>
          <a:prstGeom prst="rect">
            <a:avLst/>
          </a:prstGeom>
          <a:solidFill>
            <a:schemeClr val="lt1"/>
          </a:solidFill>
          <a:ln>
            <a:noFill/>
          </a:ln>
          <a:effectLst>
            <a:outerShdw blurRad="1270000" dist="1073575" dir="2640000" sx="88451" sy="88451" algn="tl" rotWithShape="0">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nrope"/>
              <a:ea typeface="Manrope"/>
              <a:cs typeface="Manrope"/>
              <a:sym typeface="Manrope"/>
            </a:endParaRPr>
          </a:p>
        </p:txBody>
      </p:sp>
      <p:sp>
        <p:nvSpPr>
          <p:cNvPr id="440" name="Google Shape;440;p50"/>
          <p:cNvSpPr txBox="1"/>
          <p:nvPr/>
        </p:nvSpPr>
        <p:spPr>
          <a:xfrm>
            <a:off x="704850" y="6006456"/>
            <a:ext cx="1497526"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900">
                <a:solidFill>
                  <a:schemeClr val="lt1"/>
                </a:solidFill>
                <a:latin typeface="Manrope"/>
                <a:ea typeface="Manrope"/>
                <a:cs typeface="Manrope"/>
                <a:sym typeface="Manrope"/>
              </a:rPr>
              <a:t>Pitch Deck Presentation</a:t>
            </a:r>
            <a:endParaRPr/>
          </a:p>
        </p:txBody>
      </p:sp>
      <p:cxnSp>
        <p:nvCxnSpPr>
          <p:cNvPr id="441" name="Google Shape;441;p50"/>
          <p:cNvCxnSpPr/>
          <p:nvPr/>
        </p:nvCxnSpPr>
        <p:spPr>
          <a:xfrm rot="10800000">
            <a:off x="622300" y="6006456"/>
            <a:ext cx="0" cy="230832"/>
          </a:xfrm>
          <a:prstGeom prst="straightConnector1">
            <a:avLst/>
          </a:prstGeom>
          <a:noFill/>
          <a:ln w="66675" cap="flat" cmpd="sng">
            <a:solidFill>
              <a:schemeClr val="lt1"/>
            </a:solidFill>
            <a:prstDash val="solid"/>
            <a:miter lim="800000"/>
            <a:headEnd type="none" w="sm" len="sm"/>
            <a:tailEnd type="none" w="sm" len="sm"/>
          </a:ln>
        </p:spPr>
      </p:cxnSp>
      <p:sp>
        <p:nvSpPr>
          <p:cNvPr id="442" name="Google Shape;442;p50"/>
          <p:cNvSpPr txBox="1"/>
          <p:nvPr/>
        </p:nvSpPr>
        <p:spPr>
          <a:xfrm>
            <a:off x="3484187" y="3748015"/>
            <a:ext cx="739305"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9600" b="1">
                <a:solidFill>
                  <a:schemeClr val="accent2"/>
                </a:solidFill>
                <a:latin typeface="Manrope"/>
                <a:ea typeface="Manrope"/>
                <a:cs typeface="Manrope"/>
                <a:sym typeface="Manrope"/>
              </a:rPr>
              <a:t>“</a:t>
            </a:r>
            <a:endParaRPr/>
          </a:p>
        </p:txBody>
      </p:sp>
      <p:sp>
        <p:nvSpPr>
          <p:cNvPr id="443" name="Google Shape;443;p50"/>
          <p:cNvSpPr txBox="1"/>
          <p:nvPr/>
        </p:nvSpPr>
        <p:spPr>
          <a:xfrm>
            <a:off x="3577081" y="4609045"/>
            <a:ext cx="6729600" cy="9543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400" b="0" i="0">
                <a:solidFill>
                  <a:srgbClr val="595959"/>
                </a:solidFill>
                <a:latin typeface="Manrope"/>
                <a:ea typeface="Manrope"/>
                <a:cs typeface="Manrope"/>
                <a:sym typeface="Manrope"/>
              </a:rPr>
              <a:t>Lorem ipsum dolor sit amet, consectetur adipiscing elit, sed do eiusmod tempor incididunt ut labore et dolore magna aliqua. Ut enim ad minim veniam, quis nostrud exercitation ullamco laboris nisi ut aliquip ex ea commodo consequat. </a:t>
            </a:r>
            <a:endParaRPr sz="1400">
              <a:solidFill>
                <a:srgbClr val="595959"/>
              </a:solidFill>
              <a:latin typeface="Manrope"/>
              <a:ea typeface="Manrope"/>
              <a:cs typeface="Manrope"/>
              <a:sym typeface="Manrope"/>
            </a:endParaRPr>
          </a:p>
        </p:txBody>
      </p:sp>
      <p:sp>
        <p:nvSpPr>
          <p:cNvPr id="444" name="Google Shape;444;p50"/>
          <p:cNvSpPr txBox="1"/>
          <p:nvPr/>
        </p:nvSpPr>
        <p:spPr>
          <a:xfrm>
            <a:off x="594993" y="5080293"/>
            <a:ext cx="1508746"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2000" b="1">
                <a:solidFill>
                  <a:schemeClr val="lt1"/>
                </a:solidFill>
                <a:latin typeface="Manrope"/>
                <a:ea typeface="Manrope"/>
                <a:cs typeface="Manrope"/>
                <a:sym typeface="Manrope"/>
              </a:rPr>
              <a:t>James Roy</a:t>
            </a:r>
            <a:endParaRPr/>
          </a:p>
          <a:p>
            <a:pPr marL="0" marR="0" lvl="0" indent="0" algn="l" rtl="0">
              <a:spcBef>
                <a:spcPts val="0"/>
              </a:spcBef>
              <a:spcAft>
                <a:spcPts val="0"/>
              </a:spcAft>
              <a:buNone/>
            </a:pPr>
            <a:r>
              <a:rPr lang="id-ID" sz="1200">
                <a:solidFill>
                  <a:schemeClr val="lt1"/>
                </a:solidFill>
                <a:latin typeface="Manrope"/>
                <a:ea typeface="Manrope"/>
                <a:cs typeface="Manrope"/>
                <a:sym typeface="Manrope"/>
              </a:rPr>
              <a:t>CEO of Eudhora</a:t>
            </a:r>
            <a:endParaRPr sz="1200">
              <a:solidFill>
                <a:schemeClr val="lt1"/>
              </a:solidFill>
              <a:latin typeface="Manrope"/>
              <a:ea typeface="Manrope"/>
              <a:cs typeface="Manrope"/>
              <a:sym typeface="Manrop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51"/>
          <p:cNvSpPr txBox="1"/>
          <p:nvPr/>
        </p:nvSpPr>
        <p:spPr>
          <a:xfrm>
            <a:off x="830443" y="943294"/>
            <a:ext cx="3384300" cy="2832300"/>
          </a:xfrm>
          <a:prstGeom prst="rect">
            <a:avLst/>
          </a:prstGeom>
          <a:noFill/>
          <a:ln>
            <a:noFill/>
          </a:ln>
        </p:spPr>
        <p:txBody>
          <a:bodyPr spcFirstLastPara="1" wrap="square" lIns="91425" tIns="45700" rIns="91425" bIns="45700" anchor="t" anchorCtr="0">
            <a:spAutoFit/>
          </a:bodyPr>
          <a:lstStyle/>
          <a:p>
            <a:pPr marL="0" marR="0" lvl="0" indent="0" algn="l" rtl="0">
              <a:lnSpc>
                <a:spcPct val="102272"/>
              </a:lnSpc>
              <a:spcBef>
                <a:spcPts val="0"/>
              </a:spcBef>
              <a:spcAft>
                <a:spcPts val="0"/>
              </a:spcAft>
              <a:buNone/>
            </a:pPr>
            <a:r>
              <a:rPr lang="id-ID" sz="8800">
                <a:solidFill>
                  <a:schemeClr val="dk1"/>
                </a:solidFill>
                <a:latin typeface="Manrope"/>
                <a:ea typeface="Manrope"/>
                <a:cs typeface="Manrope"/>
                <a:sym typeface="Manrope"/>
              </a:rPr>
              <a:t>Thank</a:t>
            </a:r>
            <a:endParaRPr/>
          </a:p>
          <a:p>
            <a:pPr marL="0" marR="0" lvl="0" indent="0" algn="l" rtl="0">
              <a:lnSpc>
                <a:spcPct val="102272"/>
              </a:lnSpc>
              <a:spcBef>
                <a:spcPts val="0"/>
              </a:spcBef>
              <a:spcAft>
                <a:spcPts val="0"/>
              </a:spcAft>
              <a:buNone/>
            </a:pPr>
            <a:r>
              <a:rPr lang="id-ID" sz="8800">
                <a:solidFill>
                  <a:schemeClr val="accent1"/>
                </a:solidFill>
                <a:latin typeface="Manrope"/>
                <a:ea typeface="Manrope"/>
                <a:cs typeface="Manrope"/>
                <a:sym typeface="Manrope"/>
              </a:rPr>
              <a:t>You!</a:t>
            </a:r>
            <a:endParaRPr/>
          </a:p>
        </p:txBody>
      </p:sp>
      <p:cxnSp>
        <p:nvCxnSpPr>
          <p:cNvPr id="450" name="Google Shape;450;p51"/>
          <p:cNvCxnSpPr/>
          <p:nvPr/>
        </p:nvCxnSpPr>
        <p:spPr>
          <a:xfrm>
            <a:off x="717629" y="1108553"/>
            <a:ext cx="0" cy="1981888"/>
          </a:xfrm>
          <a:prstGeom prst="straightConnector1">
            <a:avLst/>
          </a:prstGeom>
          <a:noFill/>
          <a:ln w="25400" cap="flat" cmpd="sng">
            <a:solidFill>
              <a:schemeClr val="accent2"/>
            </a:solidFill>
            <a:prstDash val="solid"/>
            <a:miter lim="800000"/>
            <a:headEnd type="none" w="sm" len="sm"/>
            <a:tailEnd type="none" w="sm" len="sm"/>
          </a:ln>
        </p:spPr>
      </p:cxnSp>
      <p:sp>
        <p:nvSpPr>
          <p:cNvPr id="451" name="Google Shape;451;p51"/>
          <p:cNvSpPr txBox="1"/>
          <p:nvPr/>
        </p:nvSpPr>
        <p:spPr>
          <a:xfrm>
            <a:off x="587375" y="4097255"/>
            <a:ext cx="183095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ID" sz="1600" b="1">
                <a:solidFill>
                  <a:schemeClr val="dk1"/>
                </a:solidFill>
                <a:latin typeface="Manrope"/>
                <a:ea typeface="Manrope"/>
                <a:cs typeface="Manrope"/>
                <a:sym typeface="Manrope"/>
              </a:rPr>
              <a:t>Connect with Us</a:t>
            </a:r>
            <a:endParaRPr/>
          </a:p>
        </p:txBody>
      </p:sp>
      <p:sp>
        <p:nvSpPr>
          <p:cNvPr id="452" name="Google Shape;452;p51"/>
          <p:cNvSpPr txBox="1"/>
          <p:nvPr/>
        </p:nvSpPr>
        <p:spPr>
          <a:xfrm>
            <a:off x="4892688" y="4579319"/>
            <a:ext cx="2406624" cy="108170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b="0" i="0">
                <a:solidFill>
                  <a:srgbClr val="595959"/>
                </a:solidFill>
                <a:latin typeface="Manrope"/>
                <a:ea typeface="Manrope"/>
                <a:cs typeface="Manrope"/>
                <a:sym typeface="Manrope"/>
              </a:rPr>
              <a:t>Lorem ipsum dolor sit amet, consectetur adipiscing elit, sed do eiusmod tempor incididunt ut labore et dolore magna aliqua.</a:t>
            </a:r>
            <a:endParaRPr sz="1100">
              <a:solidFill>
                <a:srgbClr val="595959"/>
              </a:solidFill>
              <a:latin typeface="Manrope"/>
              <a:ea typeface="Manrope"/>
              <a:cs typeface="Manrope"/>
              <a:sym typeface="Manrope"/>
            </a:endParaRPr>
          </a:p>
        </p:txBody>
      </p:sp>
      <p:sp>
        <p:nvSpPr>
          <p:cNvPr id="453" name="Google Shape;453;p51"/>
          <p:cNvSpPr txBox="1"/>
          <p:nvPr/>
        </p:nvSpPr>
        <p:spPr>
          <a:xfrm>
            <a:off x="587375" y="4579319"/>
            <a:ext cx="2406624" cy="108170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id-ID" sz="1100">
                <a:solidFill>
                  <a:srgbClr val="595959"/>
                </a:solidFill>
                <a:latin typeface="Manrope"/>
                <a:ea typeface="Manrope"/>
                <a:cs typeface="Manrope"/>
                <a:sym typeface="Manrope"/>
              </a:rPr>
              <a:t>+1 812 2349 2134</a:t>
            </a:r>
            <a:endParaRPr/>
          </a:p>
          <a:p>
            <a:pPr marL="0" marR="0" lvl="0" indent="0" algn="l" rtl="0">
              <a:lnSpc>
                <a:spcPct val="150000"/>
              </a:lnSpc>
              <a:spcBef>
                <a:spcPts val="0"/>
              </a:spcBef>
              <a:spcAft>
                <a:spcPts val="0"/>
              </a:spcAft>
              <a:buNone/>
            </a:pPr>
            <a:r>
              <a:rPr lang="id-ID" sz="1100">
                <a:solidFill>
                  <a:srgbClr val="595959"/>
                </a:solidFill>
                <a:latin typeface="Manrope"/>
                <a:ea typeface="Manrope"/>
                <a:cs typeface="Manrope"/>
                <a:sym typeface="Manrope"/>
              </a:rPr>
              <a:t>hello@pitchdeck.email</a:t>
            </a:r>
            <a:endParaRPr sz="1100">
              <a:solidFill>
                <a:srgbClr val="595959"/>
              </a:solidFill>
              <a:latin typeface="Manrope"/>
              <a:ea typeface="Manrope"/>
              <a:cs typeface="Manrope"/>
              <a:sym typeface="Manrope"/>
            </a:endParaRPr>
          </a:p>
          <a:p>
            <a:pPr marL="0" marR="0" lvl="0" indent="0" algn="l" rtl="0">
              <a:lnSpc>
                <a:spcPct val="150000"/>
              </a:lnSpc>
              <a:spcBef>
                <a:spcPts val="0"/>
              </a:spcBef>
              <a:spcAft>
                <a:spcPts val="0"/>
              </a:spcAft>
              <a:buNone/>
            </a:pPr>
            <a:r>
              <a:rPr lang="id-ID" sz="1100">
                <a:solidFill>
                  <a:srgbClr val="595959"/>
                </a:solidFill>
                <a:latin typeface="Manrope"/>
                <a:ea typeface="Manrope"/>
                <a:cs typeface="Manrope"/>
                <a:sym typeface="Manrope"/>
              </a:rPr>
              <a:t>Scott Street 123 </a:t>
            </a:r>
            <a:endParaRPr/>
          </a:p>
          <a:p>
            <a:pPr marL="0" marR="0" lvl="0" indent="0" algn="l" rtl="0">
              <a:lnSpc>
                <a:spcPct val="150000"/>
              </a:lnSpc>
              <a:spcBef>
                <a:spcPts val="0"/>
              </a:spcBef>
              <a:spcAft>
                <a:spcPts val="0"/>
              </a:spcAft>
              <a:buNone/>
            </a:pPr>
            <a:r>
              <a:rPr lang="id-ID" sz="1100">
                <a:solidFill>
                  <a:srgbClr val="595959"/>
                </a:solidFill>
                <a:latin typeface="Manrope"/>
                <a:ea typeface="Manrope"/>
                <a:cs typeface="Manrope"/>
                <a:sym typeface="Manrope"/>
              </a:rPr>
              <a:t>New York City</a:t>
            </a:r>
            <a:endParaRPr/>
          </a:p>
        </p:txBody>
      </p:sp>
      <p:pic>
        <p:nvPicPr>
          <p:cNvPr id="454" name="Google Shape;454;p51"/>
          <p:cNvPicPr preferRelativeResize="0"/>
          <p:nvPr/>
        </p:nvPicPr>
        <p:blipFill rotWithShape="1">
          <a:blip r:embed="rId3">
            <a:alphaModFix/>
          </a:blip>
          <a:srcRect l="27015" r="27015"/>
          <a:stretch/>
        </p:blipFill>
        <p:spPr>
          <a:xfrm>
            <a:off x="8247063" y="2128838"/>
            <a:ext cx="3357562" cy="410845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Custom 114">
      <a:dk1>
        <a:srgbClr val="000000"/>
      </a:dk1>
      <a:lt1>
        <a:srgbClr val="FFFFFF"/>
      </a:lt1>
      <a:dk2>
        <a:srgbClr val="44546A"/>
      </a:dk2>
      <a:lt2>
        <a:srgbClr val="E7E6E6"/>
      </a:lt2>
      <a:accent1>
        <a:srgbClr val="756AF3"/>
      </a:accent1>
      <a:accent2>
        <a:srgbClr val="00C15E"/>
      </a:accent2>
      <a:accent3>
        <a:srgbClr val="6ABE87"/>
      </a:accent3>
      <a:accent4>
        <a:srgbClr val="00B5BF"/>
      </a:accent4>
      <a:accent5>
        <a:srgbClr val="FACCB0"/>
      </a:accent5>
      <a:accent6>
        <a:srgbClr val="C0A27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Pitch Deck">
      <a:dk1>
        <a:srgbClr val="000000"/>
      </a:dk1>
      <a:lt1>
        <a:srgbClr val="FFFFFF"/>
      </a:lt1>
      <a:dk2>
        <a:srgbClr val="44546A"/>
      </a:dk2>
      <a:lt2>
        <a:srgbClr val="F2F2F2"/>
      </a:lt2>
      <a:accent1>
        <a:srgbClr val="03C2BD"/>
      </a:accent1>
      <a:accent2>
        <a:srgbClr val="4E13DB"/>
      </a:accent2>
      <a:accent3>
        <a:srgbClr val="000000"/>
      </a:accent3>
      <a:accent4>
        <a:srgbClr val="000000"/>
      </a:accent4>
      <a:accent5>
        <a:srgbClr val="000000"/>
      </a:accent5>
      <a:accent6>
        <a:srgbClr val="00000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1528</Words>
  <Application>Microsoft Macintosh PowerPoint</Application>
  <PresentationFormat>Widescreen</PresentationFormat>
  <Paragraphs>198</Paragraphs>
  <Slides>20</Slides>
  <Notes>20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20</vt:i4>
      </vt:variant>
    </vt:vector>
  </HeadingPairs>
  <TitlesOfParts>
    <vt:vector size="26" baseType="lpstr">
      <vt:lpstr>Manrope</vt:lpstr>
      <vt:lpstr>Hanken Grotesk</vt:lpstr>
      <vt:lpstr>Arial</vt:lpstr>
      <vt:lpstr>Poppins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KultureHire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Startup Pitch Deck</dc:title>
  <dc:subject/>
  <dc:creator>Kadhiravan Jayachandiran</dc:creator>
  <cp:keywords/>
  <dc:description/>
  <cp:lastModifiedBy>Kadhiravan Jayachandiran</cp:lastModifiedBy>
  <cp:revision>2</cp:revision>
  <dcterms:modified xsi:type="dcterms:W3CDTF">2025-06-27T13:25:58Z</dcterms:modified>
  <cp:category/>
</cp:coreProperties>
</file>