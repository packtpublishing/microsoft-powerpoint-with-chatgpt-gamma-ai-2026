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56" r:id="rId3"/>
    <p:sldId id="259" r:id="rId4"/>
    <p:sldId id="260" r:id="rId5"/>
    <p:sldId id="261" r:id="rId6"/>
    <p:sldId id="257" r:id="rId7"/>
    <p:sldId id="262" r:id="rId8"/>
    <p:sldId id="263" r:id="rId9"/>
    <p:sldId id="264" r:id="rId10"/>
    <p:sldId id="273" r:id="rId11"/>
    <p:sldId id="274" r:id="rId12"/>
    <p:sldId id="265" r:id="rId13"/>
    <p:sldId id="266" r:id="rId14"/>
    <p:sldId id="267" r:id="rId15"/>
    <p:sldId id="268" r:id="rId16"/>
    <p:sldId id="272" r:id="rId17"/>
    <p:sldId id="269" r:id="rId18"/>
    <p:sldId id="275" r:id="rId19"/>
    <p:sldId id="270" r:id="rId20"/>
    <p:sldId id="271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03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447B8F-F333-A9A1-FA84-2ECD1F505C50}"/>
              </a:ext>
            </a:extLst>
          </p:cNvPr>
          <p:cNvCxnSpPr/>
          <p:nvPr userDrawn="1"/>
        </p:nvCxnSpPr>
        <p:spPr>
          <a:xfrm>
            <a:off x="457200" y="6400800"/>
            <a:ext cx="112776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E3254D3-9A5F-7362-54C8-06A4B18D0C56}"/>
              </a:ext>
            </a:extLst>
          </p:cNvPr>
          <p:cNvSpPr txBox="1"/>
          <p:nvPr userDrawn="1"/>
        </p:nvSpPr>
        <p:spPr>
          <a:xfrm>
            <a:off x="394093" y="6513042"/>
            <a:ext cx="26909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SWOT</a:t>
            </a:r>
            <a:r>
              <a:rPr lang="en-US" sz="1000">
                <a:solidFill>
                  <a:schemeClr val="tx1">
                    <a:alpha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>
                <a:solidFill>
                  <a:schemeClr val="tx2">
                    <a:alpha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Presentation Template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32F65-0A22-F605-BB9B-492F5DA5BE46}"/>
              </a:ext>
            </a:extLst>
          </p:cNvPr>
          <p:cNvSpPr txBox="1"/>
          <p:nvPr userDrawn="1"/>
        </p:nvSpPr>
        <p:spPr>
          <a:xfrm>
            <a:off x="11190457" y="6513042"/>
            <a:ext cx="607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989DEB6-51B7-4600-93B3-28E704BD4995}" type="slidenum">
              <a:rPr lang="en-US" sz="1000" smtClean="0">
                <a:solidFill>
                  <a:schemeClr val="tx2">
                    <a:alpha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pPr algn="r"/>
              <a:t>‹#›</a:t>
            </a:fld>
            <a:endParaRPr lang="en-US" sz="1000">
              <a:solidFill>
                <a:schemeClr val="tx2">
                  <a:alpha val="50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203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940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38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68BE3C8E-7E5E-4E76-9360-450AD4BF8D63}"/>
              </a:ext>
            </a:extLst>
          </p:cNvPr>
          <p:cNvSpPr/>
          <p:nvPr/>
        </p:nvSpPr>
        <p:spPr>
          <a:xfrm>
            <a:off x="2732314" y="65314"/>
            <a:ext cx="6727371" cy="6727371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1"/>
                </a:gs>
                <a:gs pos="70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3332CF-4378-DC95-15BD-C1AB6CF33817}"/>
              </a:ext>
            </a:extLst>
          </p:cNvPr>
          <p:cNvSpPr/>
          <p:nvPr/>
        </p:nvSpPr>
        <p:spPr>
          <a:xfrm>
            <a:off x="1891393" y="-775607"/>
            <a:ext cx="8409214" cy="8409214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/>
                </a:gs>
                <a:gs pos="70000">
                  <a:schemeClr val="accent2">
                    <a:alpha val="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1AA733-EAF2-CCF2-F3A9-EF9DAF400008}"/>
              </a:ext>
            </a:extLst>
          </p:cNvPr>
          <p:cNvSpPr/>
          <p:nvPr/>
        </p:nvSpPr>
        <p:spPr>
          <a:xfrm>
            <a:off x="1050471" y="-1616529"/>
            <a:ext cx="10091057" cy="10091057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3"/>
                </a:gs>
                <a:gs pos="70000">
                  <a:schemeClr val="accent3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1A0928-8ADA-9651-9DC7-FBA39C157638}"/>
              </a:ext>
            </a:extLst>
          </p:cNvPr>
          <p:cNvSpPr/>
          <p:nvPr/>
        </p:nvSpPr>
        <p:spPr>
          <a:xfrm>
            <a:off x="209550" y="-2457450"/>
            <a:ext cx="11772900" cy="11772900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4"/>
                </a:gs>
                <a:gs pos="70000">
                  <a:schemeClr val="accent4">
                    <a:alpha val="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A8645-434C-BB54-6B1A-12CE01C6393F}"/>
              </a:ext>
            </a:extLst>
          </p:cNvPr>
          <p:cNvSpPr txBox="1"/>
          <p:nvPr/>
        </p:nvSpPr>
        <p:spPr>
          <a:xfrm>
            <a:off x="2476500" y="2004092"/>
            <a:ext cx="7239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3349C3-BF99-1DC8-1CC0-A3BF5C288812}"/>
              </a:ext>
            </a:extLst>
          </p:cNvPr>
          <p:cNvSpPr/>
          <p:nvPr/>
        </p:nvSpPr>
        <p:spPr>
          <a:xfrm>
            <a:off x="3238500" y="4012477"/>
            <a:ext cx="5715000" cy="657523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 cap="flat">
            <a:gradFill flip="none" rotWithShape="1">
              <a:gsLst>
                <a:gs pos="33000">
                  <a:schemeClr val="accent2"/>
                </a:gs>
                <a:gs pos="68000">
                  <a:schemeClr val="accent3"/>
                </a:gs>
                <a:gs pos="0">
                  <a:schemeClr val="accent1"/>
                </a:gs>
                <a:gs pos="100000">
                  <a:schemeClr val="accent4"/>
                </a:gs>
              </a:gsLst>
              <a:lin ang="0" scaled="1"/>
              <a:tileRect/>
            </a:gradFill>
            <a:prstDash val="solid"/>
            <a:miter/>
          </a:ln>
          <a:effectLst>
            <a:outerShdw blurRad="381000" dist="127000" dir="5400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en-US" sz="2000" spc="10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1789598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F3F3176-D329-BD3B-F639-DD69DA6D7455}"/>
              </a:ext>
            </a:extLst>
          </p:cNvPr>
          <p:cNvSpPr/>
          <p:nvPr/>
        </p:nvSpPr>
        <p:spPr>
          <a:xfrm>
            <a:off x="3549476" y="-743878"/>
            <a:ext cx="5093048" cy="5093048"/>
          </a:xfrm>
          <a:prstGeom prst="ellipse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40BB57B-BF19-2B52-6085-1B0325332170}"/>
              </a:ext>
            </a:extLst>
          </p:cNvPr>
          <p:cNvSpPr/>
          <p:nvPr/>
        </p:nvSpPr>
        <p:spPr>
          <a:xfrm>
            <a:off x="7370520" y="1939241"/>
            <a:ext cx="2118480" cy="2126131"/>
          </a:xfrm>
          <a:custGeom>
            <a:avLst/>
            <a:gdLst>
              <a:gd name="connsiteX0" fmla="*/ 2817009 w 2954533"/>
              <a:gd name="connsiteY0" fmla="*/ 143 h 2965205"/>
              <a:gd name="connsiteX1" fmla="*/ 2952931 w 2954533"/>
              <a:gd name="connsiteY1" fmla="*/ 135654 h 2965205"/>
              <a:gd name="connsiteX2" fmla="*/ 2952645 w 2954533"/>
              <a:gd name="connsiteY2" fmla="*/ 145114 h 2965205"/>
              <a:gd name="connsiteX3" fmla="*/ 1803834 w 2954533"/>
              <a:gd name="connsiteY3" fmla="*/ 2918318 h 2965205"/>
              <a:gd name="connsiteX4" fmla="*/ 1802883 w 2954533"/>
              <a:gd name="connsiteY4" fmla="*/ 2919365 h 2965205"/>
              <a:gd name="connsiteX5" fmla="*/ 1613429 w 2954533"/>
              <a:gd name="connsiteY5" fmla="*/ 2932224 h 2965205"/>
              <a:gd name="connsiteX6" fmla="*/ 1606572 w 2954533"/>
              <a:gd name="connsiteY6" fmla="*/ 2925842 h 2965205"/>
              <a:gd name="connsiteX7" fmla="*/ 42758 w 2954533"/>
              <a:gd name="connsiteY7" fmla="*/ 1362218 h 2965205"/>
              <a:gd name="connsiteX8" fmla="*/ 38281 w 2954533"/>
              <a:gd name="connsiteY8" fmla="*/ 1357741 h 2965205"/>
              <a:gd name="connsiteX9" fmla="*/ 25898 w 2954533"/>
              <a:gd name="connsiteY9" fmla="*/ 1179910 h 2965205"/>
              <a:gd name="connsiteX10" fmla="*/ 42758 w 2954533"/>
              <a:gd name="connsiteY10" fmla="*/ 1157431 h 2965205"/>
              <a:gd name="connsiteX11" fmla="*/ 466906 w 2954533"/>
              <a:gd name="connsiteY11" fmla="*/ 119206 h 2965205"/>
              <a:gd name="connsiteX12" fmla="*/ 602161 w 2954533"/>
              <a:gd name="connsiteY12" fmla="*/ 143 h 2965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54533" h="2965205">
                <a:moveTo>
                  <a:pt x="2817009" y="143"/>
                </a:moveTo>
                <a:cubicBezTo>
                  <a:pt x="2891970" y="22"/>
                  <a:pt x="2952836" y="60693"/>
                  <a:pt x="2952931" y="135654"/>
                </a:cubicBezTo>
                <a:cubicBezTo>
                  <a:pt x="2952931" y="138810"/>
                  <a:pt x="2952836" y="141966"/>
                  <a:pt x="2952645" y="145114"/>
                </a:cubicBezTo>
                <a:cubicBezTo>
                  <a:pt x="2881017" y="1169737"/>
                  <a:pt x="2477728" y="2143173"/>
                  <a:pt x="1803834" y="2918318"/>
                </a:cubicBezTo>
                <a:lnTo>
                  <a:pt x="1802883" y="2919365"/>
                </a:lnTo>
                <a:cubicBezTo>
                  <a:pt x="1754114" y="2975239"/>
                  <a:pt x="1669247" y="2981001"/>
                  <a:pt x="1613429" y="2932224"/>
                </a:cubicBezTo>
                <a:cubicBezTo>
                  <a:pt x="1611048" y="2930176"/>
                  <a:pt x="1608762" y="2928042"/>
                  <a:pt x="1606572" y="2925842"/>
                </a:cubicBezTo>
                <a:lnTo>
                  <a:pt x="42758" y="1362218"/>
                </a:lnTo>
                <a:lnTo>
                  <a:pt x="38281" y="1357741"/>
                </a:lnTo>
                <a:cubicBezTo>
                  <a:pt x="-9725" y="1309897"/>
                  <a:pt x="-15060" y="1233945"/>
                  <a:pt x="25898" y="1179910"/>
                </a:cubicBezTo>
                <a:lnTo>
                  <a:pt x="42758" y="1157431"/>
                </a:lnTo>
                <a:cubicBezTo>
                  <a:pt x="269263" y="852583"/>
                  <a:pt x="415186" y="495472"/>
                  <a:pt x="466906" y="119206"/>
                </a:cubicBezTo>
                <a:cubicBezTo>
                  <a:pt x="475573" y="51127"/>
                  <a:pt x="533486" y="119"/>
                  <a:pt x="602161" y="143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830ACAB-2008-A67C-D47F-0629199C8403}"/>
              </a:ext>
            </a:extLst>
          </p:cNvPr>
          <p:cNvSpPr/>
          <p:nvPr/>
        </p:nvSpPr>
        <p:spPr>
          <a:xfrm>
            <a:off x="6232608" y="3077175"/>
            <a:ext cx="2125635" cy="2118755"/>
          </a:xfrm>
          <a:custGeom>
            <a:avLst/>
            <a:gdLst>
              <a:gd name="connsiteX0" fmla="*/ 2923050 w 2964512"/>
              <a:gd name="connsiteY0" fmla="*/ 1607239 h 2954917"/>
              <a:gd name="connsiteX1" fmla="*/ 2923050 w 2964512"/>
              <a:gd name="connsiteY1" fmla="*/ 1799596 h 2954917"/>
              <a:gd name="connsiteX2" fmla="*/ 2916192 w 2964512"/>
              <a:gd name="connsiteY2" fmla="*/ 1806025 h 2954917"/>
              <a:gd name="connsiteX3" fmla="*/ 1654604 w 2964512"/>
              <a:gd name="connsiteY3" fmla="*/ 2592791 h 2954917"/>
              <a:gd name="connsiteX4" fmla="*/ 143368 w 2964512"/>
              <a:gd name="connsiteY4" fmla="*/ 2954741 h 2954917"/>
              <a:gd name="connsiteX5" fmla="*/ -1316 w 2964512"/>
              <a:gd name="connsiteY5" fmla="*/ 2828563 h 2954917"/>
              <a:gd name="connsiteX6" fmla="*/ -1602 w 2964512"/>
              <a:gd name="connsiteY6" fmla="*/ 2818724 h 2954917"/>
              <a:gd name="connsiteX7" fmla="*/ -1602 w 2964512"/>
              <a:gd name="connsiteY7" fmla="*/ 603304 h 2954917"/>
              <a:gd name="connsiteX8" fmla="*/ 116984 w 2964512"/>
              <a:gd name="connsiteY8" fmla="*/ 468525 h 2954917"/>
              <a:gd name="connsiteX9" fmla="*/ 1178261 w 2964512"/>
              <a:gd name="connsiteY9" fmla="*/ 27422 h 2954917"/>
              <a:gd name="connsiteX10" fmla="*/ 1355901 w 2964512"/>
              <a:gd name="connsiteY10" fmla="*/ 40090 h 2954917"/>
              <a:gd name="connsiteX11" fmla="*/ 1377428 w 2964512"/>
              <a:gd name="connsiteY11" fmla="*/ 61617 h 2954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64512" h="2954917">
                <a:moveTo>
                  <a:pt x="2923050" y="1607239"/>
                </a:moveTo>
                <a:cubicBezTo>
                  <a:pt x="2976198" y="1660350"/>
                  <a:pt x="2976198" y="1746466"/>
                  <a:pt x="2923050" y="1799596"/>
                </a:cubicBezTo>
                <a:cubicBezTo>
                  <a:pt x="2920859" y="1801816"/>
                  <a:pt x="2918573" y="1803959"/>
                  <a:pt x="2916192" y="1806025"/>
                </a:cubicBezTo>
                <a:cubicBezTo>
                  <a:pt x="2539859" y="2133276"/>
                  <a:pt x="2114092" y="2398833"/>
                  <a:pt x="1654604" y="2592791"/>
                </a:cubicBezTo>
                <a:cubicBezTo>
                  <a:pt x="1174449" y="2796426"/>
                  <a:pt x="663720" y="2918746"/>
                  <a:pt x="143368" y="2954741"/>
                </a:cubicBezTo>
                <a:cubicBezTo>
                  <a:pt x="68598" y="2959846"/>
                  <a:pt x="3828" y="2903353"/>
                  <a:pt x="-1316" y="2828563"/>
                </a:cubicBezTo>
                <a:cubicBezTo>
                  <a:pt x="-1507" y="2825286"/>
                  <a:pt x="-1602" y="2822010"/>
                  <a:pt x="-1602" y="2818724"/>
                </a:cubicBezTo>
                <a:lnTo>
                  <a:pt x="-1602" y="603304"/>
                </a:lnTo>
                <a:cubicBezTo>
                  <a:pt x="-1412" y="535009"/>
                  <a:pt x="49262" y="477402"/>
                  <a:pt x="116984" y="468525"/>
                </a:cubicBezTo>
                <a:cubicBezTo>
                  <a:pt x="502937" y="415595"/>
                  <a:pt x="868508" y="263623"/>
                  <a:pt x="1178261" y="27422"/>
                </a:cubicBezTo>
                <a:cubicBezTo>
                  <a:pt x="1232362" y="-13307"/>
                  <a:pt x="1308181" y="-7896"/>
                  <a:pt x="1355901" y="40090"/>
                </a:cubicBezTo>
                <a:lnTo>
                  <a:pt x="1377428" y="61617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2E04CBD-0FC5-5891-740D-140BB9A43460}"/>
              </a:ext>
            </a:extLst>
          </p:cNvPr>
          <p:cNvSpPr/>
          <p:nvPr/>
        </p:nvSpPr>
        <p:spPr>
          <a:xfrm>
            <a:off x="3833800" y="3076902"/>
            <a:ext cx="2125621" cy="2118751"/>
          </a:xfrm>
          <a:custGeom>
            <a:avLst/>
            <a:gdLst>
              <a:gd name="connsiteX0" fmla="*/ 2962890 w 2964492"/>
              <a:gd name="connsiteY0" fmla="*/ 603685 h 2954912"/>
              <a:gd name="connsiteX1" fmla="*/ 2962890 w 2964492"/>
              <a:gd name="connsiteY1" fmla="*/ 2819105 h 2954912"/>
              <a:gd name="connsiteX2" fmla="*/ 2827349 w 2964492"/>
              <a:gd name="connsiteY2" fmla="*/ 2955055 h 2954912"/>
              <a:gd name="connsiteX3" fmla="*/ 2817920 w 2964492"/>
              <a:gd name="connsiteY3" fmla="*/ 2954741 h 2954912"/>
              <a:gd name="connsiteX4" fmla="*/ 1306683 w 2964492"/>
              <a:gd name="connsiteY4" fmla="*/ 2592791 h 2954912"/>
              <a:gd name="connsiteX5" fmla="*/ 45097 w 2964492"/>
              <a:gd name="connsiteY5" fmla="*/ 1806026 h 2954912"/>
              <a:gd name="connsiteX6" fmla="*/ 31857 w 2964492"/>
              <a:gd name="connsiteY6" fmla="*/ 1614125 h 2954912"/>
              <a:gd name="connsiteX7" fmla="*/ 38238 w 2964492"/>
              <a:gd name="connsiteY7" fmla="*/ 1607239 h 2954912"/>
              <a:gd name="connsiteX8" fmla="*/ 1583860 w 2964492"/>
              <a:gd name="connsiteY8" fmla="*/ 61617 h 2954912"/>
              <a:gd name="connsiteX9" fmla="*/ 1605387 w 2964492"/>
              <a:gd name="connsiteY9" fmla="*/ 40091 h 2954912"/>
              <a:gd name="connsiteX10" fmla="*/ 1783028 w 2964492"/>
              <a:gd name="connsiteY10" fmla="*/ 27422 h 2954912"/>
              <a:gd name="connsiteX11" fmla="*/ 2844304 w 2964492"/>
              <a:gd name="connsiteY11" fmla="*/ 468525 h 2954912"/>
              <a:gd name="connsiteX12" fmla="*/ 2962890 w 2964492"/>
              <a:gd name="connsiteY12" fmla="*/ 603685 h 2954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64492" h="2954912">
                <a:moveTo>
                  <a:pt x="2962890" y="603685"/>
                </a:moveTo>
                <a:lnTo>
                  <a:pt x="2962890" y="2819105"/>
                </a:lnTo>
                <a:cubicBezTo>
                  <a:pt x="2962985" y="2894067"/>
                  <a:pt x="2902310" y="2954931"/>
                  <a:pt x="2827349" y="2955055"/>
                </a:cubicBezTo>
                <a:cubicBezTo>
                  <a:pt x="2824205" y="2955065"/>
                  <a:pt x="2821064" y="2954960"/>
                  <a:pt x="2817920" y="2954741"/>
                </a:cubicBezTo>
                <a:cubicBezTo>
                  <a:pt x="2297569" y="2918746"/>
                  <a:pt x="1786838" y="2796425"/>
                  <a:pt x="1306683" y="2592791"/>
                </a:cubicBezTo>
                <a:cubicBezTo>
                  <a:pt x="847197" y="2398833"/>
                  <a:pt x="421430" y="2133276"/>
                  <a:pt x="45097" y="1806026"/>
                </a:cubicBezTo>
                <a:cubicBezTo>
                  <a:pt x="-11578" y="1756705"/>
                  <a:pt x="-17483" y="1670789"/>
                  <a:pt x="31857" y="1614125"/>
                </a:cubicBezTo>
                <a:cubicBezTo>
                  <a:pt x="33857" y="1611754"/>
                  <a:pt x="36047" y="1609458"/>
                  <a:pt x="38238" y="1607239"/>
                </a:cubicBezTo>
                <a:lnTo>
                  <a:pt x="1583860" y="61617"/>
                </a:lnTo>
                <a:lnTo>
                  <a:pt x="1605387" y="40091"/>
                </a:lnTo>
                <a:cubicBezTo>
                  <a:pt x="1653107" y="-7897"/>
                  <a:pt x="1728926" y="-13307"/>
                  <a:pt x="1783028" y="27422"/>
                </a:cubicBezTo>
                <a:cubicBezTo>
                  <a:pt x="2092781" y="263623"/>
                  <a:pt x="2458351" y="415595"/>
                  <a:pt x="2844304" y="468525"/>
                </a:cubicBezTo>
                <a:cubicBezTo>
                  <a:pt x="2912121" y="477421"/>
                  <a:pt x="2962890" y="535248"/>
                  <a:pt x="2962890" y="603685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E2CA189-E072-73AD-0BC9-E7F4AE700233}"/>
              </a:ext>
            </a:extLst>
          </p:cNvPr>
          <p:cNvSpPr/>
          <p:nvPr/>
        </p:nvSpPr>
        <p:spPr>
          <a:xfrm>
            <a:off x="2703000" y="1939242"/>
            <a:ext cx="2118508" cy="2126131"/>
          </a:xfrm>
          <a:custGeom>
            <a:avLst/>
            <a:gdLst>
              <a:gd name="connsiteX0" fmla="*/ 2925470 w 2954572"/>
              <a:gd name="connsiteY0" fmla="*/ 1179719 h 2965203"/>
              <a:gd name="connsiteX1" fmla="*/ 2913087 w 2954572"/>
              <a:gd name="connsiteY1" fmla="*/ 1357551 h 2965203"/>
              <a:gd name="connsiteX2" fmla="*/ 2908610 w 2954572"/>
              <a:gd name="connsiteY2" fmla="*/ 1362028 h 2965203"/>
              <a:gd name="connsiteX3" fmla="*/ 1344796 w 2954572"/>
              <a:gd name="connsiteY3" fmla="*/ 2925842 h 2965203"/>
              <a:gd name="connsiteX4" fmla="*/ 1154867 w 2954572"/>
              <a:gd name="connsiteY4" fmla="*/ 2926176 h 2965203"/>
              <a:gd name="connsiteX5" fmla="*/ 1148485 w 2954572"/>
              <a:gd name="connsiteY5" fmla="*/ 2919365 h 2965203"/>
              <a:gd name="connsiteX6" fmla="*/ 1147533 w 2954572"/>
              <a:gd name="connsiteY6" fmla="*/ 2918317 h 2965203"/>
              <a:gd name="connsiteX7" fmla="*/ -1277 w 2954572"/>
              <a:gd name="connsiteY7" fmla="*/ 145114 h 2965203"/>
              <a:gd name="connsiteX8" fmla="*/ 124929 w 2954572"/>
              <a:gd name="connsiteY8" fmla="*/ 457 h 2965203"/>
              <a:gd name="connsiteX9" fmla="*/ 134358 w 2954572"/>
              <a:gd name="connsiteY9" fmla="*/ 143 h 2965203"/>
              <a:gd name="connsiteX10" fmla="*/ 2349684 w 2954572"/>
              <a:gd name="connsiteY10" fmla="*/ 143 h 2965203"/>
              <a:gd name="connsiteX11" fmla="*/ 2484462 w 2954572"/>
              <a:gd name="connsiteY11" fmla="*/ 118729 h 2965203"/>
              <a:gd name="connsiteX12" fmla="*/ 2908610 w 2954572"/>
              <a:gd name="connsiteY12" fmla="*/ 1156954 h 2965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54572" h="2965203">
                <a:moveTo>
                  <a:pt x="2925470" y="1179719"/>
                </a:moveTo>
                <a:cubicBezTo>
                  <a:pt x="2966428" y="1233755"/>
                  <a:pt x="2961093" y="1309707"/>
                  <a:pt x="2913087" y="1357551"/>
                </a:cubicBezTo>
                <a:lnTo>
                  <a:pt x="2908610" y="1362028"/>
                </a:lnTo>
                <a:lnTo>
                  <a:pt x="1344796" y="2925842"/>
                </a:lnTo>
                <a:cubicBezTo>
                  <a:pt x="1292409" y="2978382"/>
                  <a:pt x="1207445" y="2978534"/>
                  <a:pt x="1154867" y="2926176"/>
                </a:cubicBezTo>
                <a:cubicBezTo>
                  <a:pt x="1152677" y="2923985"/>
                  <a:pt x="1150486" y="2921709"/>
                  <a:pt x="1148485" y="2919365"/>
                </a:cubicBezTo>
                <a:lnTo>
                  <a:pt x="1147533" y="2918317"/>
                </a:lnTo>
                <a:cubicBezTo>
                  <a:pt x="473639" y="2143173"/>
                  <a:pt x="70351" y="1169737"/>
                  <a:pt x="-1277" y="145114"/>
                </a:cubicBezTo>
                <a:cubicBezTo>
                  <a:pt x="-6421" y="70325"/>
                  <a:pt x="50158" y="5561"/>
                  <a:pt x="124929" y="457"/>
                </a:cubicBezTo>
                <a:cubicBezTo>
                  <a:pt x="128073" y="243"/>
                  <a:pt x="131216" y="138"/>
                  <a:pt x="134358" y="143"/>
                </a:cubicBezTo>
                <a:lnTo>
                  <a:pt x="2349684" y="143"/>
                </a:lnTo>
                <a:cubicBezTo>
                  <a:pt x="2417977" y="327"/>
                  <a:pt x="2475604" y="51019"/>
                  <a:pt x="2484462" y="118729"/>
                </a:cubicBezTo>
                <a:cubicBezTo>
                  <a:pt x="2536183" y="494996"/>
                  <a:pt x="2682105" y="852107"/>
                  <a:pt x="2908610" y="115695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7E34B79-C3B5-06F4-B634-BC5B60896805}"/>
              </a:ext>
            </a:extLst>
          </p:cNvPr>
          <p:cNvSpPr/>
          <p:nvPr/>
        </p:nvSpPr>
        <p:spPr>
          <a:xfrm>
            <a:off x="4750566" y="457200"/>
            <a:ext cx="2690893" cy="2690895"/>
          </a:xfrm>
          <a:custGeom>
            <a:avLst/>
            <a:gdLst>
              <a:gd name="connsiteX0" fmla="*/ 3752850 w 3752849"/>
              <a:gd name="connsiteY0" fmla="*/ 1876425 h 3752850"/>
              <a:gd name="connsiteX1" fmla="*/ 1876425 w 3752849"/>
              <a:gd name="connsiteY1" fmla="*/ 3752850 h 3752850"/>
              <a:gd name="connsiteX2" fmla="*/ 0 w 3752849"/>
              <a:gd name="connsiteY2" fmla="*/ 1876425 h 3752850"/>
              <a:gd name="connsiteX3" fmla="*/ 1876425 w 3752849"/>
              <a:gd name="connsiteY3" fmla="*/ 0 h 3752850"/>
              <a:gd name="connsiteX4" fmla="*/ 3752850 w 3752849"/>
              <a:gd name="connsiteY4" fmla="*/ 1876425 h 3752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52849" h="3752850">
                <a:moveTo>
                  <a:pt x="3752850" y="1876425"/>
                </a:moveTo>
                <a:cubicBezTo>
                  <a:pt x="3752850" y="2912746"/>
                  <a:pt x="2912746" y="3752850"/>
                  <a:pt x="1876425" y="3752850"/>
                </a:cubicBezTo>
                <a:cubicBezTo>
                  <a:pt x="840104" y="3752850"/>
                  <a:pt x="0" y="2912746"/>
                  <a:pt x="0" y="1876425"/>
                </a:cubicBezTo>
                <a:cubicBezTo>
                  <a:pt x="0" y="840104"/>
                  <a:pt x="840104" y="0"/>
                  <a:pt x="1876425" y="0"/>
                </a:cubicBezTo>
                <a:cubicBezTo>
                  <a:pt x="2912746" y="0"/>
                  <a:pt x="3752850" y="840104"/>
                  <a:pt x="3752850" y="1876425"/>
                </a:cubicBezTo>
                <a:close/>
              </a:path>
            </a:pathLst>
          </a:custGeom>
          <a:solidFill>
            <a:schemeClr val="bg2"/>
          </a:solidFill>
          <a:ln w="12700" cap="flat">
            <a:gradFill flip="none" rotWithShape="1">
              <a:gsLst>
                <a:gs pos="33000">
                  <a:schemeClr val="accent2"/>
                </a:gs>
                <a:gs pos="68000">
                  <a:schemeClr val="accent3"/>
                </a:gs>
                <a:gs pos="0">
                  <a:schemeClr val="accent1"/>
                </a:gs>
                <a:gs pos="100000">
                  <a:schemeClr val="accent4"/>
                </a:gs>
              </a:gsLst>
              <a:lin ang="0" scaled="1"/>
              <a:tileRect/>
            </a:gradFill>
            <a:prstDash val="solid"/>
            <a:miter/>
          </a:ln>
          <a:effectLst>
            <a:outerShdw blurRad="381000" dist="127000" dir="5400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BED6D79-15AA-8E57-7DD6-142540C3B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49073" y="2542535"/>
            <a:ext cx="426361" cy="42636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0A8EE200-654B-9D91-7EA6-6F275D86D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6995" y="2542535"/>
            <a:ext cx="425529" cy="426361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86ACEF0-835E-0230-3C02-4D4C45688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5672" y="3923372"/>
            <a:ext cx="426361" cy="42636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DDB354F-5890-B87A-BF1E-8987BDBFB1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9996" y="3923097"/>
            <a:ext cx="426361" cy="42636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4251A25-30E7-F039-7C18-C77240981C8E}"/>
              </a:ext>
            </a:extLst>
          </p:cNvPr>
          <p:cNvSpPr txBox="1"/>
          <p:nvPr/>
        </p:nvSpPr>
        <p:spPr>
          <a:xfrm>
            <a:off x="4750544" y="1202482"/>
            <a:ext cx="2690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Analysis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65D5B8-D858-37C6-96A7-DE95C30F414A}"/>
              </a:ext>
            </a:extLst>
          </p:cNvPr>
          <p:cNvSpPr txBox="1"/>
          <p:nvPr/>
        </p:nvSpPr>
        <p:spPr>
          <a:xfrm>
            <a:off x="1137620" y="2603589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B03FB6-395E-5CE2-879B-780AB6DA4EB9}"/>
              </a:ext>
            </a:extLst>
          </p:cNvPr>
          <p:cNvSpPr txBox="1"/>
          <p:nvPr/>
        </p:nvSpPr>
        <p:spPr>
          <a:xfrm>
            <a:off x="379141" y="2895977"/>
            <a:ext cx="2421374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87C8AA-6902-1D2A-7C8A-8AAC45E0B8E5}"/>
              </a:ext>
            </a:extLst>
          </p:cNvPr>
          <p:cNvSpPr txBox="1"/>
          <p:nvPr/>
        </p:nvSpPr>
        <p:spPr>
          <a:xfrm>
            <a:off x="10235469" y="2603589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23D179-9EF1-D18E-5B6C-111316A88478}"/>
              </a:ext>
            </a:extLst>
          </p:cNvPr>
          <p:cNvSpPr txBox="1"/>
          <p:nvPr/>
        </p:nvSpPr>
        <p:spPr>
          <a:xfrm>
            <a:off x="9389626" y="2895977"/>
            <a:ext cx="2421374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9B6688-F058-3600-2DC7-644AED579B5D}"/>
              </a:ext>
            </a:extLst>
          </p:cNvPr>
          <p:cNvSpPr txBox="1"/>
          <p:nvPr/>
        </p:nvSpPr>
        <p:spPr>
          <a:xfrm>
            <a:off x="3282891" y="4926416"/>
            <a:ext cx="10390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AF99FF-1910-FA1C-6659-43A450C5AC74}"/>
              </a:ext>
            </a:extLst>
          </p:cNvPr>
          <p:cNvSpPr txBox="1"/>
          <p:nvPr/>
        </p:nvSpPr>
        <p:spPr>
          <a:xfrm>
            <a:off x="2591737" y="5218804"/>
            <a:ext cx="2421374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5C7003-D903-5708-0702-8C5309806B9C}"/>
              </a:ext>
            </a:extLst>
          </p:cNvPr>
          <p:cNvSpPr txBox="1"/>
          <p:nvPr/>
        </p:nvSpPr>
        <p:spPr>
          <a:xfrm>
            <a:off x="7801114" y="4926416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C849DA-C7E3-E29E-451B-0A38F943D5B0}"/>
              </a:ext>
            </a:extLst>
          </p:cNvPr>
          <p:cNvSpPr txBox="1"/>
          <p:nvPr/>
        </p:nvSpPr>
        <p:spPr>
          <a:xfrm>
            <a:off x="7178889" y="5218804"/>
            <a:ext cx="2421374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82BAE5-5CCE-E91C-0E0A-98AB243846FB}"/>
              </a:ext>
            </a:extLst>
          </p:cNvPr>
          <p:cNvCxnSpPr/>
          <p:nvPr/>
        </p:nvCxnSpPr>
        <p:spPr>
          <a:xfrm>
            <a:off x="457200" y="6400800"/>
            <a:ext cx="112776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950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6F8B830-BC2C-FF86-B2CE-150E149EA919}"/>
              </a:ext>
            </a:extLst>
          </p:cNvPr>
          <p:cNvSpPr/>
          <p:nvPr/>
        </p:nvSpPr>
        <p:spPr>
          <a:xfrm>
            <a:off x="1931648" y="985780"/>
            <a:ext cx="4494588" cy="4494588"/>
          </a:xfrm>
          <a:prstGeom prst="ellipse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BD364BA-541A-0C7C-C456-0300F7DE85EE}"/>
              </a:ext>
            </a:extLst>
          </p:cNvPr>
          <p:cNvSpPr/>
          <p:nvPr/>
        </p:nvSpPr>
        <p:spPr>
          <a:xfrm>
            <a:off x="4304950" y="274479"/>
            <a:ext cx="1861429" cy="1854732"/>
          </a:xfrm>
          <a:custGeom>
            <a:avLst/>
            <a:gdLst>
              <a:gd name="connsiteX0" fmla="*/ -2055 w 1933057"/>
              <a:gd name="connsiteY0" fmla="*/ 89274 h 1926103"/>
              <a:gd name="connsiteX1" fmla="*/ 86430 w 1933057"/>
              <a:gd name="connsiteY1" fmla="*/ 652 h 1926103"/>
              <a:gd name="connsiteX2" fmla="*/ 92453 w 1933057"/>
              <a:gd name="connsiteY2" fmla="*/ 851 h 1926103"/>
              <a:gd name="connsiteX3" fmla="*/ 1077645 w 1933057"/>
              <a:gd name="connsiteY3" fmla="*/ 236810 h 1926103"/>
              <a:gd name="connsiteX4" fmla="*/ 1900336 w 1933057"/>
              <a:gd name="connsiteY4" fmla="*/ 750022 h 1926103"/>
              <a:gd name="connsiteX5" fmla="*/ 1901020 w 1933057"/>
              <a:gd name="connsiteY5" fmla="*/ 750643 h 1926103"/>
              <a:gd name="connsiteX6" fmla="*/ 1909402 w 1933057"/>
              <a:gd name="connsiteY6" fmla="*/ 874180 h 1926103"/>
              <a:gd name="connsiteX7" fmla="*/ 1905242 w 1933057"/>
              <a:gd name="connsiteY7" fmla="*/ 878620 h 1926103"/>
              <a:gd name="connsiteX8" fmla="*/ 885773 w 1933057"/>
              <a:gd name="connsiteY8" fmla="*/ 1897840 h 1926103"/>
              <a:gd name="connsiteX9" fmla="*/ 882855 w 1933057"/>
              <a:gd name="connsiteY9" fmla="*/ 1900758 h 1926103"/>
              <a:gd name="connsiteX10" fmla="*/ 766861 w 1933057"/>
              <a:gd name="connsiteY10" fmla="*/ 1908831 h 1926103"/>
              <a:gd name="connsiteX11" fmla="*/ 752270 w 1933057"/>
              <a:gd name="connsiteY11" fmla="*/ 1897840 h 1926103"/>
              <a:gd name="connsiteX12" fmla="*/ 75439 w 1933057"/>
              <a:gd name="connsiteY12" fmla="*/ 1621395 h 1926103"/>
              <a:gd name="connsiteX13" fmla="*/ -2055 w 1933057"/>
              <a:gd name="connsiteY13" fmla="*/ 1533780 h 192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33057" h="1926103">
                <a:moveTo>
                  <a:pt x="-2055" y="89274"/>
                </a:moveTo>
                <a:cubicBezTo>
                  <a:pt x="-2117" y="40368"/>
                  <a:pt x="37498" y="689"/>
                  <a:pt x="86430" y="652"/>
                </a:cubicBezTo>
                <a:cubicBezTo>
                  <a:pt x="88416" y="646"/>
                  <a:pt x="90465" y="714"/>
                  <a:pt x="92453" y="851"/>
                </a:cubicBezTo>
                <a:cubicBezTo>
                  <a:pt x="431675" y="24316"/>
                  <a:pt x="764627" y="104058"/>
                  <a:pt x="1077645" y="236810"/>
                </a:cubicBezTo>
                <a:cubicBezTo>
                  <a:pt x="1377313" y="363278"/>
                  <a:pt x="1655000" y="536503"/>
                  <a:pt x="1900336" y="750022"/>
                </a:cubicBezTo>
                <a:lnTo>
                  <a:pt x="1901020" y="750643"/>
                </a:lnTo>
                <a:cubicBezTo>
                  <a:pt x="1937468" y="782441"/>
                  <a:pt x="1941195" y="837749"/>
                  <a:pt x="1909402" y="874180"/>
                </a:cubicBezTo>
                <a:cubicBezTo>
                  <a:pt x="1908036" y="875707"/>
                  <a:pt x="1906670" y="877185"/>
                  <a:pt x="1905242" y="878620"/>
                </a:cubicBezTo>
                <a:lnTo>
                  <a:pt x="885773" y="1897840"/>
                </a:lnTo>
                <a:lnTo>
                  <a:pt x="882855" y="1900758"/>
                </a:lnTo>
                <a:cubicBezTo>
                  <a:pt x="851621" y="1932066"/>
                  <a:pt x="802132" y="1935513"/>
                  <a:pt x="766861" y="1908831"/>
                </a:cubicBezTo>
                <a:lnTo>
                  <a:pt x="752270" y="1897840"/>
                </a:lnTo>
                <a:cubicBezTo>
                  <a:pt x="553567" y="1750154"/>
                  <a:pt x="320713" y="1655063"/>
                  <a:pt x="75439" y="1621395"/>
                </a:cubicBezTo>
                <a:cubicBezTo>
                  <a:pt x="31351" y="1615682"/>
                  <a:pt x="-1746" y="1578258"/>
                  <a:pt x="-2055" y="153378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659061-663D-0BEF-0560-1966B34ACD1F}"/>
              </a:ext>
            </a:extLst>
          </p:cNvPr>
          <p:cNvSpPr/>
          <p:nvPr/>
        </p:nvSpPr>
        <p:spPr>
          <a:xfrm>
            <a:off x="5301170" y="1264503"/>
            <a:ext cx="1855000" cy="1860832"/>
          </a:xfrm>
          <a:custGeom>
            <a:avLst/>
            <a:gdLst>
              <a:gd name="connsiteX0" fmla="*/ 1045669 w 1926380"/>
              <a:gd name="connsiteY0" fmla="*/ 26600 h 1932437"/>
              <a:gd name="connsiteX1" fmla="*/ 1170977 w 1926380"/>
              <a:gd name="connsiteY1" fmla="*/ 26612 h 1932437"/>
              <a:gd name="connsiteX2" fmla="*/ 1175199 w 1926380"/>
              <a:gd name="connsiteY2" fmla="*/ 31132 h 1932437"/>
              <a:gd name="connsiteX3" fmla="*/ 1688162 w 1926380"/>
              <a:gd name="connsiteY3" fmla="*/ 853389 h 1932437"/>
              <a:gd name="connsiteX4" fmla="*/ 1924121 w 1926380"/>
              <a:gd name="connsiteY4" fmla="*/ 1838581 h 1932437"/>
              <a:gd name="connsiteX5" fmla="*/ 1841721 w 1926380"/>
              <a:gd name="connsiteY5" fmla="*/ 1932891 h 1932437"/>
              <a:gd name="connsiteX6" fmla="*/ 1835699 w 1926380"/>
              <a:gd name="connsiteY6" fmla="*/ 1933089 h 1932437"/>
              <a:gd name="connsiteX7" fmla="*/ 390944 w 1926380"/>
              <a:gd name="connsiteY7" fmla="*/ 1933089 h 1932437"/>
              <a:gd name="connsiteX8" fmla="*/ 303081 w 1926380"/>
              <a:gd name="connsiteY8" fmla="*/ 1855781 h 1932437"/>
              <a:gd name="connsiteX9" fmla="*/ 15769 w 1926380"/>
              <a:gd name="connsiteY9" fmla="*/ 1163862 h 1932437"/>
              <a:gd name="connsiteX10" fmla="*/ 23965 w 1926380"/>
              <a:gd name="connsiteY10" fmla="*/ 1048055 h 1932437"/>
              <a:gd name="connsiteX11" fmla="*/ 38060 w 1926380"/>
              <a:gd name="connsiteY11" fmla="*/ 1033960 h 1932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26380" h="1932437">
                <a:moveTo>
                  <a:pt x="1045669" y="26600"/>
                </a:moveTo>
                <a:cubicBezTo>
                  <a:pt x="1080256" y="-7999"/>
                  <a:pt x="1136390" y="-7999"/>
                  <a:pt x="1170977" y="26612"/>
                </a:cubicBezTo>
                <a:cubicBezTo>
                  <a:pt x="1172467" y="28065"/>
                  <a:pt x="1173833" y="29574"/>
                  <a:pt x="1175199" y="31132"/>
                </a:cubicBezTo>
                <a:cubicBezTo>
                  <a:pt x="1388555" y="276375"/>
                  <a:pt x="1561738" y="553907"/>
                  <a:pt x="1688162" y="853389"/>
                </a:cubicBezTo>
                <a:cubicBezTo>
                  <a:pt x="1820859" y="1166439"/>
                  <a:pt x="1900649" y="1499377"/>
                  <a:pt x="1924121" y="1838581"/>
                </a:cubicBezTo>
                <a:cubicBezTo>
                  <a:pt x="1927412" y="1887375"/>
                  <a:pt x="1890529" y="1929593"/>
                  <a:pt x="1841721" y="1932891"/>
                </a:cubicBezTo>
                <a:cubicBezTo>
                  <a:pt x="1839736" y="1933021"/>
                  <a:pt x="1837686" y="1933089"/>
                  <a:pt x="1835699" y="1933089"/>
                </a:cubicBezTo>
                <a:lnTo>
                  <a:pt x="390944" y="1933089"/>
                </a:lnTo>
                <a:cubicBezTo>
                  <a:pt x="346423" y="1932971"/>
                  <a:pt x="308855" y="1899924"/>
                  <a:pt x="303081" y="1855781"/>
                </a:cubicBezTo>
                <a:cubicBezTo>
                  <a:pt x="268618" y="1604205"/>
                  <a:pt x="169640" y="1365837"/>
                  <a:pt x="15769" y="1163862"/>
                </a:cubicBezTo>
                <a:cubicBezTo>
                  <a:pt x="-10807" y="1128629"/>
                  <a:pt x="-7330" y="1079196"/>
                  <a:pt x="23965" y="1048055"/>
                </a:cubicBezTo>
                <a:lnTo>
                  <a:pt x="38060" y="103396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027A96E-5D65-213F-E0E8-7EE621B641D2}"/>
              </a:ext>
            </a:extLst>
          </p:cNvPr>
          <p:cNvSpPr/>
          <p:nvPr/>
        </p:nvSpPr>
        <p:spPr>
          <a:xfrm>
            <a:off x="5301418" y="3364629"/>
            <a:ext cx="1854505" cy="1860980"/>
          </a:xfrm>
          <a:custGeom>
            <a:avLst/>
            <a:gdLst>
              <a:gd name="connsiteX0" fmla="*/ 390944 w 1925866"/>
              <a:gd name="connsiteY0" fmla="*/ 652 h 1932591"/>
              <a:gd name="connsiteX1" fmla="*/ 1835203 w 1925866"/>
              <a:gd name="connsiteY1" fmla="*/ 652 h 1932591"/>
              <a:gd name="connsiteX2" fmla="*/ 1923812 w 1925866"/>
              <a:gd name="connsiteY2" fmla="*/ 89248 h 1932591"/>
              <a:gd name="connsiteX3" fmla="*/ 1923625 w 1925866"/>
              <a:gd name="connsiteY3" fmla="*/ 95222 h 1932591"/>
              <a:gd name="connsiteX4" fmla="*/ 1687666 w 1925866"/>
              <a:gd name="connsiteY4" fmla="*/ 1080352 h 1932591"/>
              <a:gd name="connsiteX5" fmla="*/ 1174702 w 1925866"/>
              <a:gd name="connsiteY5" fmla="*/ 1902795 h 1932591"/>
              <a:gd name="connsiteX6" fmla="*/ 1049706 w 1925866"/>
              <a:gd name="connsiteY6" fmla="*/ 1911482 h 1932591"/>
              <a:gd name="connsiteX7" fmla="*/ 1045173 w 1925866"/>
              <a:gd name="connsiteY7" fmla="*/ 1907266 h 1932591"/>
              <a:gd name="connsiteX8" fmla="*/ 38060 w 1925866"/>
              <a:gd name="connsiteY8" fmla="*/ 899657 h 1932591"/>
              <a:gd name="connsiteX9" fmla="*/ 23965 w 1925866"/>
              <a:gd name="connsiteY9" fmla="*/ 885624 h 1932591"/>
              <a:gd name="connsiteX10" fmla="*/ 15769 w 1925866"/>
              <a:gd name="connsiteY10" fmla="*/ 769817 h 1932591"/>
              <a:gd name="connsiteX11" fmla="*/ 303328 w 1925866"/>
              <a:gd name="connsiteY11" fmla="*/ 78022 h 1932591"/>
              <a:gd name="connsiteX12" fmla="*/ 390944 w 1925866"/>
              <a:gd name="connsiteY12" fmla="*/ 652 h 1932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25866" h="1932591">
                <a:moveTo>
                  <a:pt x="390944" y="652"/>
                </a:moveTo>
                <a:lnTo>
                  <a:pt x="1835203" y="652"/>
                </a:lnTo>
                <a:cubicBezTo>
                  <a:pt x="1884133" y="646"/>
                  <a:pt x="1923812" y="40312"/>
                  <a:pt x="1923812" y="89248"/>
                </a:cubicBezTo>
                <a:cubicBezTo>
                  <a:pt x="1923812" y="91242"/>
                  <a:pt x="1923750" y="93235"/>
                  <a:pt x="1923625" y="95222"/>
                </a:cubicBezTo>
                <a:cubicBezTo>
                  <a:pt x="1900153" y="434410"/>
                  <a:pt x="1820423" y="767330"/>
                  <a:pt x="1687666" y="1080352"/>
                </a:cubicBezTo>
                <a:cubicBezTo>
                  <a:pt x="1561241" y="1379905"/>
                  <a:pt x="1388122" y="1657503"/>
                  <a:pt x="1174702" y="1902795"/>
                </a:cubicBezTo>
                <a:cubicBezTo>
                  <a:pt x="1142600" y="1939716"/>
                  <a:pt x="1086590" y="1943603"/>
                  <a:pt x="1049706" y="1911482"/>
                </a:cubicBezTo>
                <a:cubicBezTo>
                  <a:pt x="1048154" y="1910128"/>
                  <a:pt x="1046602" y="1908725"/>
                  <a:pt x="1045173" y="1907266"/>
                </a:cubicBezTo>
                <a:lnTo>
                  <a:pt x="38060" y="899657"/>
                </a:lnTo>
                <a:lnTo>
                  <a:pt x="23965" y="885624"/>
                </a:lnTo>
                <a:cubicBezTo>
                  <a:pt x="-7330" y="854484"/>
                  <a:pt x="-10807" y="805051"/>
                  <a:pt x="15769" y="769817"/>
                </a:cubicBezTo>
                <a:cubicBezTo>
                  <a:pt x="169702" y="567906"/>
                  <a:pt x="268805" y="329576"/>
                  <a:pt x="303328" y="78022"/>
                </a:cubicBezTo>
                <a:cubicBezTo>
                  <a:pt x="309104" y="33966"/>
                  <a:pt x="346485" y="925"/>
                  <a:pt x="390944" y="65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CFF2452-8FE8-97B5-FDB7-5817ADE748F3}"/>
              </a:ext>
            </a:extLst>
          </p:cNvPr>
          <p:cNvSpPr/>
          <p:nvPr/>
        </p:nvSpPr>
        <p:spPr>
          <a:xfrm>
            <a:off x="4305070" y="4360890"/>
            <a:ext cx="1861288" cy="1854957"/>
          </a:xfrm>
          <a:custGeom>
            <a:avLst/>
            <a:gdLst>
              <a:gd name="connsiteX0" fmla="*/ 766737 w 1932910"/>
              <a:gd name="connsiteY0" fmla="*/ 18556 h 1926336"/>
              <a:gd name="connsiteX1" fmla="*/ 882731 w 1932910"/>
              <a:gd name="connsiteY1" fmla="*/ 26629 h 1926336"/>
              <a:gd name="connsiteX2" fmla="*/ 885649 w 1932910"/>
              <a:gd name="connsiteY2" fmla="*/ 29547 h 1926336"/>
              <a:gd name="connsiteX3" fmla="*/ 1905117 w 1932910"/>
              <a:gd name="connsiteY3" fmla="*/ 1049078 h 1926336"/>
              <a:gd name="connsiteX4" fmla="*/ 1905366 w 1932910"/>
              <a:gd name="connsiteY4" fmla="*/ 1172808 h 1926336"/>
              <a:gd name="connsiteX5" fmla="*/ 1900895 w 1932910"/>
              <a:gd name="connsiteY5" fmla="*/ 1176993 h 1926336"/>
              <a:gd name="connsiteX6" fmla="*/ 1900212 w 1932910"/>
              <a:gd name="connsiteY6" fmla="*/ 1177614 h 1926336"/>
              <a:gd name="connsiteX7" fmla="*/ 1077645 w 1932910"/>
              <a:gd name="connsiteY7" fmla="*/ 1690825 h 1926336"/>
              <a:gd name="connsiteX8" fmla="*/ 92453 w 1932910"/>
              <a:gd name="connsiteY8" fmla="*/ 1926785 h 1926336"/>
              <a:gd name="connsiteX9" fmla="*/ -1870 w 1932910"/>
              <a:gd name="connsiteY9" fmla="*/ 1844397 h 1926336"/>
              <a:gd name="connsiteX10" fmla="*/ -2055 w 1932910"/>
              <a:gd name="connsiteY10" fmla="*/ 1838362 h 1926336"/>
              <a:gd name="connsiteX11" fmla="*/ -2055 w 1932910"/>
              <a:gd name="connsiteY11" fmla="*/ 393918 h 1926336"/>
              <a:gd name="connsiteX12" fmla="*/ 75190 w 1932910"/>
              <a:gd name="connsiteY12" fmla="*/ 306054 h 1926336"/>
              <a:gd name="connsiteX13" fmla="*/ 752021 w 1932910"/>
              <a:gd name="connsiteY13" fmla="*/ 29547 h 1926336"/>
              <a:gd name="connsiteX14" fmla="*/ 766737 w 1932910"/>
              <a:gd name="connsiteY14" fmla="*/ 18556 h 1926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32910" h="1926336">
                <a:moveTo>
                  <a:pt x="766737" y="18556"/>
                </a:moveTo>
                <a:cubicBezTo>
                  <a:pt x="802008" y="-8099"/>
                  <a:pt x="851497" y="-4653"/>
                  <a:pt x="882731" y="26629"/>
                </a:cubicBezTo>
                <a:lnTo>
                  <a:pt x="885649" y="29547"/>
                </a:lnTo>
                <a:lnTo>
                  <a:pt x="1905117" y="1049078"/>
                </a:lnTo>
                <a:cubicBezTo>
                  <a:pt x="1939331" y="1083180"/>
                  <a:pt x="1939456" y="1138575"/>
                  <a:pt x="1905366" y="1172808"/>
                </a:cubicBezTo>
                <a:cubicBezTo>
                  <a:pt x="1903938" y="1174254"/>
                  <a:pt x="1902448" y="1175652"/>
                  <a:pt x="1900895" y="1176993"/>
                </a:cubicBezTo>
                <a:lnTo>
                  <a:pt x="1900212" y="1177614"/>
                </a:lnTo>
                <a:cubicBezTo>
                  <a:pt x="1654876" y="1391126"/>
                  <a:pt x="1377251" y="1564351"/>
                  <a:pt x="1077645" y="1690825"/>
                </a:cubicBezTo>
                <a:cubicBezTo>
                  <a:pt x="764627" y="1823602"/>
                  <a:pt x="431675" y="1903344"/>
                  <a:pt x="92453" y="1926785"/>
                </a:cubicBezTo>
                <a:cubicBezTo>
                  <a:pt x="43646" y="1930076"/>
                  <a:pt x="1421" y="1893191"/>
                  <a:pt x="-1870" y="1844397"/>
                </a:cubicBezTo>
                <a:cubicBezTo>
                  <a:pt x="-1994" y="1842392"/>
                  <a:pt x="-2055" y="1840374"/>
                  <a:pt x="-2055" y="1838362"/>
                </a:cubicBezTo>
                <a:lnTo>
                  <a:pt x="-2055" y="393918"/>
                </a:lnTo>
                <a:cubicBezTo>
                  <a:pt x="-1932" y="349430"/>
                  <a:pt x="31102" y="311895"/>
                  <a:pt x="75190" y="306054"/>
                </a:cubicBezTo>
                <a:cubicBezTo>
                  <a:pt x="320526" y="272393"/>
                  <a:pt x="553319" y="177278"/>
                  <a:pt x="752021" y="29547"/>
                </a:cubicBezTo>
                <a:cubicBezTo>
                  <a:pt x="756989" y="25946"/>
                  <a:pt x="761893" y="22282"/>
                  <a:pt x="766737" y="18556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88CC03BD-0AB7-6202-E8B1-A782777B8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78778" y="1020137"/>
            <a:ext cx="365760" cy="36576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954875B0-CF59-760D-7AD9-3072D3431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9638" y="5106661"/>
            <a:ext cx="365046" cy="36576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7C472F8C-359F-DCE7-8F50-8E09184B05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8602" y="3913976"/>
            <a:ext cx="365760" cy="36576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632C0FA-8A32-FC34-9F5B-125FE9737F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28602" y="2216852"/>
            <a:ext cx="365760" cy="36576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C700C0-AD15-BA63-DB3D-59BE35C75E3F}"/>
              </a:ext>
            </a:extLst>
          </p:cNvPr>
          <p:cNvSpPr/>
          <p:nvPr/>
        </p:nvSpPr>
        <p:spPr>
          <a:xfrm>
            <a:off x="701222" y="2067168"/>
            <a:ext cx="4661752" cy="23559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 cap="flat">
            <a:gradFill flip="none" rotWithShape="1">
              <a:gsLst>
                <a:gs pos="33000">
                  <a:schemeClr val="accent2"/>
                </a:gs>
                <a:gs pos="68000">
                  <a:schemeClr val="accent3"/>
                </a:gs>
                <a:gs pos="0">
                  <a:schemeClr val="accent1"/>
                </a:gs>
                <a:gs pos="100000">
                  <a:schemeClr val="accent4"/>
                </a:gs>
              </a:gsLst>
              <a:lin ang="0" scaled="1"/>
              <a:tileRect/>
            </a:gradFill>
            <a:prstDash val="solid"/>
            <a:miter/>
          </a:ln>
          <a:effectLst>
            <a:outerShdw blurRad="381000" dist="127000" dir="5400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E93CBC-8120-F044-B374-22CB85AC5EDC}"/>
              </a:ext>
            </a:extLst>
          </p:cNvPr>
          <p:cNvSpPr txBox="1"/>
          <p:nvPr/>
        </p:nvSpPr>
        <p:spPr>
          <a:xfrm>
            <a:off x="1589321" y="2511216"/>
            <a:ext cx="28855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23A935-D9A5-42F4-30E2-0C83B313688F}"/>
              </a:ext>
            </a:extLst>
          </p:cNvPr>
          <p:cNvSpPr txBox="1"/>
          <p:nvPr/>
        </p:nvSpPr>
        <p:spPr>
          <a:xfrm>
            <a:off x="7378074" y="712580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08A766-A737-DD07-A087-303EF63E0E6A}"/>
              </a:ext>
            </a:extLst>
          </p:cNvPr>
          <p:cNvSpPr txBox="1"/>
          <p:nvPr/>
        </p:nvSpPr>
        <p:spPr>
          <a:xfrm>
            <a:off x="8282488" y="702609"/>
            <a:ext cx="237177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56A534-7FD6-7A92-99A2-4D9369491DD0}"/>
              </a:ext>
            </a:extLst>
          </p:cNvPr>
          <p:cNvCxnSpPr>
            <a:cxnSpLocks/>
          </p:cNvCxnSpPr>
          <p:nvPr/>
        </p:nvCxnSpPr>
        <p:spPr>
          <a:xfrm>
            <a:off x="6148388" y="858774"/>
            <a:ext cx="1229686" cy="0"/>
          </a:xfrm>
          <a:prstGeom prst="line">
            <a:avLst/>
          </a:prstGeom>
          <a:ln w="12700" cap="rnd">
            <a:solidFill>
              <a:schemeClr val="accent1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347F275-8550-5479-7DAF-452CBACAF21F}"/>
              </a:ext>
            </a:extLst>
          </p:cNvPr>
          <p:cNvSpPr txBox="1"/>
          <p:nvPr/>
        </p:nvSpPr>
        <p:spPr>
          <a:xfrm>
            <a:off x="8107526" y="2253538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4FF54A-4F2E-49A4-BE5F-F74FE70BA40D}"/>
              </a:ext>
            </a:extLst>
          </p:cNvPr>
          <p:cNvSpPr txBox="1"/>
          <p:nvPr/>
        </p:nvSpPr>
        <p:spPr>
          <a:xfrm>
            <a:off x="9146593" y="2243567"/>
            <a:ext cx="237177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3BCC28-5835-91BF-CBD2-8CDAD2150E78}"/>
              </a:ext>
            </a:extLst>
          </p:cNvPr>
          <p:cNvCxnSpPr>
            <a:cxnSpLocks/>
          </p:cNvCxnSpPr>
          <p:nvPr/>
        </p:nvCxnSpPr>
        <p:spPr>
          <a:xfrm>
            <a:off x="7158990" y="2399732"/>
            <a:ext cx="948536" cy="0"/>
          </a:xfrm>
          <a:prstGeom prst="line">
            <a:avLst/>
          </a:prstGeom>
          <a:ln w="12700" cap="rnd">
            <a:solidFill>
              <a:schemeClr val="accent2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D3994ED-A7EA-B08C-3B06-75A0C36DE08B}"/>
              </a:ext>
            </a:extLst>
          </p:cNvPr>
          <p:cNvSpPr txBox="1"/>
          <p:nvPr/>
        </p:nvSpPr>
        <p:spPr>
          <a:xfrm>
            <a:off x="8107526" y="3950662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6AF98C-BBD9-CA39-43C3-045E4F38AE31}"/>
              </a:ext>
            </a:extLst>
          </p:cNvPr>
          <p:cNvSpPr txBox="1"/>
          <p:nvPr/>
        </p:nvSpPr>
        <p:spPr>
          <a:xfrm>
            <a:off x="9280471" y="3940691"/>
            <a:ext cx="237177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103D17-138D-3675-FD1C-9B7604B5984B}"/>
              </a:ext>
            </a:extLst>
          </p:cNvPr>
          <p:cNvCxnSpPr>
            <a:cxnSpLocks/>
          </p:cNvCxnSpPr>
          <p:nvPr/>
        </p:nvCxnSpPr>
        <p:spPr>
          <a:xfrm>
            <a:off x="7158990" y="4096856"/>
            <a:ext cx="948535" cy="0"/>
          </a:xfrm>
          <a:prstGeom prst="line">
            <a:avLst/>
          </a:prstGeom>
          <a:ln w="12700" cap="rnd">
            <a:solidFill>
              <a:schemeClr val="accent3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7DA34B-8136-1EAE-4831-2C7139EE8C5D}"/>
              </a:ext>
            </a:extLst>
          </p:cNvPr>
          <p:cNvSpPr txBox="1"/>
          <p:nvPr/>
        </p:nvSpPr>
        <p:spPr>
          <a:xfrm>
            <a:off x="7378074" y="5576069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637262-4D71-A37E-C3D6-F3078CB73313}"/>
              </a:ext>
            </a:extLst>
          </p:cNvPr>
          <p:cNvSpPr txBox="1"/>
          <p:nvPr/>
        </p:nvSpPr>
        <p:spPr>
          <a:xfrm>
            <a:off x="8107761" y="5566098"/>
            <a:ext cx="237177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A7D3B4A-F05D-44B5-AB13-6873355E2A0F}"/>
              </a:ext>
            </a:extLst>
          </p:cNvPr>
          <p:cNvCxnSpPr>
            <a:cxnSpLocks/>
          </p:cNvCxnSpPr>
          <p:nvPr/>
        </p:nvCxnSpPr>
        <p:spPr>
          <a:xfrm>
            <a:off x="5985510" y="5722263"/>
            <a:ext cx="1392564" cy="0"/>
          </a:xfrm>
          <a:prstGeom prst="line">
            <a:avLst/>
          </a:prstGeom>
          <a:ln w="12700" cap="rnd">
            <a:solidFill>
              <a:schemeClr val="accent4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991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621DD83-7FC1-81F2-0A5B-64AF80EA47BA}"/>
              </a:ext>
            </a:extLst>
          </p:cNvPr>
          <p:cNvSpPr/>
          <p:nvPr/>
        </p:nvSpPr>
        <p:spPr>
          <a:xfrm>
            <a:off x="2574526" y="2186435"/>
            <a:ext cx="2025580" cy="2025580"/>
          </a:xfrm>
          <a:prstGeom prst="ellipse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AAEDDF-B5DA-CCFC-1A1B-1BC0CB336575}"/>
              </a:ext>
            </a:extLst>
          </p:cNvPr>
          <p:cNvSpPr txBox="1"/>
          <p:nvPr/>
        </p:nvSpPr>
        <p:spPr>
          <a:xfrm>
            <a:off x="6927843" y="554410"/>
            <a:ext cx="44323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Analysis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765E443-0EBE-3D31-1F8A-117315014CD3}"/>
              </a:ext>
            </a:extLst>
          </p:cNvPr>
          <p:cNvSpPr/>
          <p:nvPr/>
        </p:nvSpPr>
        <p:spPr>
          <a:xfrm>
            <a:off x="6995493" y="1799413"/>
            <a:ext cx="541618" cy="541616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37A6DE-E2A4-F4B4-04F7-C01FFD9B6091}"/>
              </a:ext>
            </a:extLst>
          </p:cNvPr>
          <p:cNvSpPr txBox="1"/>
          <p:nvPr/>
        </p:nvSpPr>
        <p:spPr>
          <a:xfrm>
            <a:off x="7672968" y="1739829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B9639E-DB74-087F-4E7A-514762D69815}"/>
              </a:ext>
            </a:extLst>
          </p:cNvPr>
          <p:cNvSpPr txBox="1"/>
          <p:nvPr/>
        </p:nvSpPr>
        <p:spPr>
          <a:xfrm>
            <a:off x="7672967" y="1991885"/>
            <a:ext cx="3494201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5CAC78BC-C591-D3C7-0600-0D054F3AC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52501" y="1956420"/>
            <a:ext cx="227600" cy="227600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584B28CC-233A-E628-CA7B-A4B42F0C6AD2}"/>
              </a:ext>
            </a:extLst>
          </p:cNvPr>
          <p:cNvSpPr/>
          <p:nvPr/>
        </p:nvSpPr>
        <p:spPr>
          <a:xfrm>
            <a:off x="6995493" y="2899873"/>
            <a:ext cx="541618" cy="541616"/>
          </a:xfrm>
          <a:prstGeom prst="ellipse">
            <a:avLst/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0BC097-11F3-193C-58FD-2A60AD75E0F5}"/>
              </a:ext>
            </a:extLst>
          </p:cNvPr>
          <p:cNvSpPr txBox="1"/>
          <p:nvPr/>
        </p:nvSpPr>
        <p:spPr>
          <a:xfrm>
            <a:off x="7672968" y="2840289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7E4359-88E9-3192-D967-89CB19E689FA}"/>
              </a:ext>
            </a:extLst>
          </p:cNvPr>
          <p:cNvSpPr txBox="1"/>
          <p:nvPr/>
        </p:nvSpPr>
        <p:spPr>
          <a:xfrm>
            <a:off x="7672967" y="3092345"/>
            <a:ext cx="3494201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0979CB8C-33C4-BAB8-2B58-B02B24419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152501" y="3056880"/>
            <a:ext cx="227600" cy="22760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705ACACD-A4A9-5472-7041-4EA7DE3C7E47}"/>
              </a:ext>
            </a:extLst>
          </p:cNvPr>
          <p:cNvSpPr/>
          <p:nvPr/>
        </p:nvSpPr>
        <p:spPr>
          <a:xfrm>
            <a:off x="6995493" y="4000333"/>
            <a:ext cx="541618" cy="541616"/>
          </a:xfrm>
          <a:prstGeom prst="ellipse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D478E0-244E-0878-787C-8FEAEEE0A462}"/>
              </a:ext>
            </a:extLst>
          </p:cNvPr>
          <p:cNvSpPr txBox="1"/>
          <p:nvPr/>
        </p:nvSpPr>
        <p:spPr>
          <a:xfrm>
            <a:off x="7672968" y="3940749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3DEDA2-8BBE-CD99-54AC-B5AB2A3BD4F3}"/>
              </a:ext>
            </a:extLst>
          </p:cNvPr>
          <p:cNvSpPr txBox="1"/>
          <p:nvPr/>
        </p:nvSpPr>
        <p:spPr>
          <a:xfrm>
            <a:off x="7672967" y="4192805"/>
            <a:ext cx="3494201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471A183E-E4CB-AA19-50E7-0E8EC2F917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152501" y="4157340"/>
            <a:ext cx="227600" cy="227600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1BFC26E2-DD99-3D9C-4A22-A1D035BC4C34}"/>
              </a:ext>
            </a:extLst>
          </p:cNvPr>
          <p:cNvSpPr/>
          <p:nvPr/>
        </p:nvSpPr>
        <p:spPr>
          <a:xfrm>
            <a:off x="6995493" y="5100792"/>
            <a:ext cx="541618" cy="541616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801C71-9C13-4E02-8DF7-BE6CA0753F0C}"/>
              </a:ext>
            </a:extLst>
          </p:cNvPr>
          <p:cNvSpPr txBox="1"/>
          <p:nvPr/>
        </p:nvSpPr>
        <p:spPr>
          <a:xfrm>
            <a:off x="7672968" y="5041208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90FE44-9DAF-4CAF-8813-FBBE04F33DF1}"/>
              </a:ext>
            </a:extLst>
          </p:cNvPr>
          <p:cNvSpPr txBox="1"/>
          <p:nvPr/>
        </p:nvSpPr>
        <p:spPr>
          <a:xfrm>
            <a:off x="7672967" y="5293264"/>
            <a:ext cx="3494201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05B211DB-0DC3-BA87-A8A4-0AD280BC06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152723" y="5257799"/>
            <a:ext cx="227156" cy="227600"/>
          </a:xfrm>
          <a:prstGeom prst="rect">
            <a:avLst/>
          </a:prstGeom>
        </p:spPr>
      </p:pic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32E027C-09FB-FEB4-6137-EFE0F00027BA}"/>
              </a:ext>
            </a:extLst>
          </p:cNvPr>
          <p:cNvSpPr/>
          <p:nvPr/>
        </p:nvSpPr>
        <p:spPr>
          <a:xfrm>
            <a:off x="1824351" y="4276039"/>
            <a:ext cx="3527560" cy="1680269"/>
          </a:xfrm>
          <a:custGeom>
            <a:avLst/>
            <a:gdLst>
              <a:gd name="connsiteX0" fmla="*/ 730770 w 2826476"/>
              <a:gd name="connsiteY0" fmla="*/ 1047 h 1346324"/>
              <a:gd name="connsiteX1" fmla="*/ 845397 w 2826476"/>
              <a:gd name="connsiteY1" fmla="*/ 27853 h 1346324"/>
              <a:gd name="connsiteX2" fmla="*/ 1981316 w 2826476"/>
              <a:gd name="connsiteY2" fmla="*/ 27853 h 1346324"/>
              <a:gd name="connsiteX3" fmla="*/ 2201858 w 2826476"/>
              <a:gd name="connsiteY3" fmla="*/ 51905 h 1346324"/>
              <a:gd name="connsiteX4" fmla="*/ 2774490 w 2826476"/>
              <a:gd name="connsiteY4" fmla="*/ 624537 h 1346324"/>
              <a:gd name="connsiteX5" fmla="*/ 2789680 w 2826476"/>
              <a:gd name="connsiteY5" fmla="*/ 641834 h 1346324"/>
              <a:gd name="connsiteX6" fmla="*/ 2757243 w 2826476"/>
              <a:gd name="connsiteY6" fmla="*/ 890579 h 1346324"/>
              <a:gd name="connsiteX7" fmla="*/ 69219 w 2826476"/>
              <a:gd name="connsiteY7" fmla="*/ 890579 h 1346324"/>
              <a:gd name="connsiteX8" fmla="*/ 51909 w 2826476"/>
              <a:gd name="connsiteY8" fmla="*/ 875402 h 1346324"/>
              <a:gd name="connsiteX9" fmla="*/ 51972 w 2826476"/>
              <a:gd name="connsiteY9" fmla="*/ 624537 h 1346324"/>
              <a:gd name="connsiteX10" fmla="*/ 624604 w 2826476"/>
              <a:gd name="connsiteY10" fmla="*/ 51905 h 1346324"/>
              <a:gd name="connsiteX11" fmla="*/ 730770 w 2826476"/>
              <a:gd name="connsiteY11" fmla="*/ 1047 h 134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6476" h="1346324">
                <a:moveTo>
                  <a:pt x="730770" y="1047"/>
                </a:moveTo>
                <a:cubicBezTo>
                  <a:pt x="769845" y="-3209"/>
                  <a:pt x="810331" y="5478"/>
                  <a:pt x="845397" y="27853"/>
                </a:cubicBezTo>
                <a:cubicBezTo>
                  <a:pt x="1191852" y="248606"/>
                  <a:pt x="1634861" y="248624"/>
                  <a:pt x="1981316" y="27853"/>
                </a:cubicBezTo>
                <a:cubicBezTo>
                  <a:pt x="2051392" y="-16760"/>
                  <a:pt x="2143052" y="-6757"/>
                  <a:pt x="2201858" y="51905"/>
                </a:cubicBezTo>
                <a:lnTo>
                  <a:pt x="2774490" y="624537"/>
                </a:lnTo>
                <a:cubicBezTo>
                  <a:pt x="2779915" y="629962"/>
                  <a:pt x="2784989" y="635738"/>
                  <a:pt x="2789680" y="641834"/>
                </a:cubicBezTo>
                <a:cubicBezTo>
                  <a:pt x="2849402" y="719461"/>
                  <a:pt x="2834905" y="830854"/>
                  <a:pt x="2757243" y="890579"/>
                </a:cubicBezTo>
                <a:cubicBezTo>
                  <a:pt x="1966892" y="1498239"/>
                  <a:pt x="859571" y="1498239"/>
                  <a:pt x="69219" y="890579"/>
                </a:cubicBezTo>
                <a:cubicBezTo>
                  <a:pt x="63136" y="885877"/>
                  <a:pt x="57366" y="880859"/>
                  <a:pt x="51909" y="875402"/>
                </a:cubicBezTo>
                <a:cubicBezTo>
                  <a:pt x="-17319" y="806110"/>
                  <a:pt x="-17307" y="693798"/>
                  <a:pt x="51972" y="624537"/>
                </a:cubicBezTo>
                <a:lnTo>
                  <a:pt x="624604" y="51905"/>
                </a:lnTo>
                <a:cubicBezTo>
                  <a:pt x="654029" y="22505"/>
                  <a:pt x="691695" y="5304"/>
                  <a:pt x="730770" y="1047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6E7E290-DD9E-95E2-C23F-3409F0E4F539}"/>
              </a:ext>
            </a:extLst>
          </p:cNvPr>
          <p:cNvSpPr/>
          <p:nvPr/>
        </p:nvSpPr>
        <p:spPr>
          <a:xfrm>
            <a:off x="4664133" y="1436248"/>
            <a:ext cx="1680265" cy="3527556"/>
          </a:xfrm>
          <a:custGeom>
            <a:avLst/>
            <a:gdLst>
              <a:gd name="connsiteX0" fmla="*/ 772907 w 1346321"/>
              <a:gd name="connsiteY0" fmla="*/ 1496 h 2826473"/>
              <a:gd name="connsiteX1" fmla="*/ 890576 w 1346321"/>
              <a:gd name="connsiteY1" fmla="*/ 69232 h 2826473"/>
              <a:gd name="connsiteX2" fmla="*/ 890577 w 1346321"/>
              <a:gd name="connsiteY2" fmla="*/ 2757256 h 2826473"/>
              <a:gd name="connsiteX3" fmla="*/ 875412 w 1346321"/>
              <a:gd name="connsiteY3" fmla="*/ 2774554 h 2826473"/>
              <a:gd name="connsiteX4" fmla="*/ 624534 w 1346321"/>
              <a:gd name="connsiteY4" fmla="*/ 2774503 h 2826473"/>
              <a:gd name="connsiteX5" fmla="*/ 51902 w 1346321"/>
              <a:gd name="connsiteY5" fmla="*/ 2201871 h 2826473"/>
              <a:gd name="connsiteX6" fmla="*/ 27849 w 1346321"/>
              <a:gd name="connsiteY6" fmla="*/ 1981078 h 2826473"/>
              <a:gd name="connsiteX7" fmla="*/ 27850 w 1346321"/>
              <a:gd name="connsiteY7" fmla="*/ 845160 h 2826473"/>
              <a:gd name="connsiteX8" fmla="*/ 51902 w 1346321"/>
              <a:gd name="connsiteY8" fmla="*/ 624617 h 2826473"/>
              <a:gd name="connsiteX9" fmla="*/ 624534 w 1346321"/>
              <a:gd name="connsiteY9" fmla="*/ 51985 h 2826473"/>
              <a:gd name="connsiteX10" fmla="*/ 641817 w 1346321"/>
              <a:gd name="connsiteY10" fmla="*/ 36809 h 2826473"/>
              <a:gd name="connsiteX11" fmla="*/ 772907 w 1346321"/>
              <a:gd name="connsiteY11" fmla="*/ 1496 h 282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46321" h="2826473">
                <a:moveTo>
                  <a:pt x="772907" y="1496"/>
                </a:moveTo>
                <a:cubicBezTo>
                  <a:pt x="817922" y="7362"/>
                  <a:pt x="860701" y="30403"/>
                  <a:pt x="890576" y="69232"/>
                </a:cubicBezTo>
                <a:cubicBezTo>
                  <a:pt x="1498236" y="859584"/>
                  <a:pt x="1498236" y="1966905"/>
                  <a:pt x="890577" y="2757256"/>
                </a:cubicBezTo>
                <a:cubicBezTo>
                  <a:pt x="885886" y="2763327"/>
                  <a:pt x="880840" y="2769125"/>
                  <a:pt x="875412" y="2774554"/>
                </a:cubicBezTo>
                <a:cubicBezTo>
                  <a:pt x="806107" y="2843795"/>
                  <a:pt x="693794" y="2843782"/>
                  <a:pt x="624534" y="2774503"/>
                </a:cubicBezTo>
                <a:lnTo>
                  <a:pt x="51902" y="2201871"/>
                </a:lnTo>
                <a:cubicBezTo>
                  <a:pt x="-6901" y="2143018"/>
                  <a:pt x="-16892" y="2051220"/>
                  <a:pt x="27849" y="1981078"/>
                </a:cubicBezTo>
                <a:cubicBezTo>
                  <a:pt x="248618" y="1634627"/>
                  <a:pt x="248602" y="1191614"/>
                  <a:pt x="27850" y="845160"/>
                </a:cubicBezTo>
                <a:cubicBezTo>
                  <a:pt x="-16763" y="775083"/>
                  <a:pt x="-6766" y="683429"/>
                  <a:pt x="51902" y="624617"/>
                </a:cubicBezTo>
                <a:lnTo>
                  <a:pt x="624534" y="51985"/>
                </a:lnTo>
                <a:cubicBezTo>
                  <a:pt x="629961" y="46558"/>
                  <a:pt x="635733" y="41489"/>
                  <a:pt x="641817" y="36809"/>
                </a:cubicBezTo>
                <a:cubicBezTo>
                  <a:pt x="680640" y="6939"/>
                  <a:pt x="727892" y="-4370"/>
                  <a:pt x="772907" y="1496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993708F-5032-EF3F-BA9E-CC7660414C3B}"/>
              </a:ext>
            </a:extLst>
          </p:cNvPr>
          <p:cNvSpPr/>
          <p:nvPr/>
        </p:nvSpPr>
        <p:spPr>
          <a:xfrm>
            <a:off x="1824349" y="443760"/>
            <a:ext cx="3527556" cy="1680300"/>
          </a:xfrm>
          <a:custGeom>
            <a:avLst/>
            <a:gdLst>
              <a:gd name="connsiteX0" fmla="*/ 1413241 w 2826473"/>
              <a:gd name="connsiteY0" fmla="*/ 0 h 1346349"/>
              <a:gd name="connsiteX1" fmla="*/ 2757253 w 2826473"/>
              <a:gd name="connsiteY1" fmla="*/ 455744 h 1346349"/>
              <a:gd name="connsiteX2" fmla="*/ 2774533 w 2826473"/>
              <a:gd name="connsiteY2" fmla="*/ 470920 h 1346349"/>
              <a:gd name="connsiteX3" fmla="*/ 2774500 w 2826473"/>
              <a:gd name="connsiteY3" fmla="*/ 721787 h 1346349"/>
              <a:gd name="connsiteX4" fmla="*/ 2201743 w 2826473"/>
              <a:gd name="connsiteY4" fmla="*/ 1294544 h 1346349"/>
              <a:gd name="connsiteX5" fmla="*/ 1981201 w 2826473"/>
              <a:gd name="connsiteY5" fmla="*/ 1318596 h 1346349"/>
              <a:gd name="connsiteX6" fmla="*/ 845156 w 2826473"/>
              <a:gd name="connsiteY6" fmla="*/ 1318470 h 1346349"/>
              <a:gd name="connsiteX7" fmla="*/ 624614 w 2826473"/>
              <a:gd name="connsiteY7" fmla="*/ 1294419 h 1346349"/>
              <a:gd name="connsiteX8" fmla="*/ 51983 w 2826473"/>
              <a:gd name="connsiteY8" fmla="*/ 721787 h 1346349"/>
              <a:gd name="connsiteX9" fmla="*/ 36805 w 2826473"/>
              <a:gd name="connsiteY9" fmla="*/ 704503 h 1346349"/>
              <a:gd name="connsiteX10" fmla="*/ 69230 w 2826473"/>
              <a:gd name="connsiteY10" fmla="*/ 455744 h 1346349"/>
              <a:gd name="connsiteX11" fmla="*/ 1413241 w 2826473"/>
              <a:gd name="connsiteY11" fmla="*/ 0 h 134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6473" h="1346349">
                <a:moveTo>
                  <a:pt x="1413241" y="0"/>
                </a:moveTo>
                <a:cubicBezTo>
                  <a:pt x="1887659" y="0"/>
                  <a:pt x="2362077" y="151914"/>
                  <a:pt x="2757253" y="455744"/>
                </a:cubicBezTo>
                <a:cubicBezTo>
                  <a:pt x="2763336" y="460424"/>
                  <a:pt x="2769109" y="465494"/>
                  <a:pt x="2774533" y="470920"/>
                </a:cubicBezTo>
                <a:cubicBezTo>
                  <a:pt x="2843801" y="540206"/>
                  <a:pt x="2843785" y="652522"/>
                  <a:pt x="2774500" y="721787"/>
                </a:cubicBezTo>
                <a:lnTo>
                  <a:pt x="2201743" y="1294544"/>
                </a:lnTo>
                <a:cubicBezTo>
                  <a:pt x="2142931" y="1353212"/>
                  <a:pt x="2051277" y="1363209"/>
                  <a:pt x="1981201" y="1318596"/>
                </a:cubicBezTo>
                <a:cubicBezTo>
                  <a:pt x="1634734" y="1097743"/>
                  <a:pt x="1191674" y="1097693"/>
                  <a:pt x="845156" y="1318470"/>
                </a:cubicBezTo>
                <a:cubicBezTo>
                  <a:pt x="775081" y="1363084"/>
                  <a:pt x="683427" y="1353087"/>
                  <a:pt x="624614" y="1294419"/>
                </a:cubicBezTo>
                <a:lnTo>
                  <a:pt x="51983" y="721787"/>
                </a:lnTo>
                <a:cubicBezTo>
                  <a:pt x="46554" y="716359"/>
                  <a:pt x="41487" y="710589"/>
                  <a:pt x="36805" y="704503"/>
                </a:cubicBezTo>
                <a:cubicBezTo>
                  <a:pt x="-22935" y="626857"/>
                  <a:pt x="-8416" y="515484"/>
                  <a:pt x="69230" y="455744"/>
                </a:cubicBezTo>
                <a:cubicBezTo>
                  <a:pt x="464406" y="151915"/>
                  <a:pt x="938824" y="0"/>
                  <a:pt x="1413241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BFA1C81-6649-E1E8-CF49-EAF861C31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03192" y="903153"/>
            <a:ext cx="570605" cy="57060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6A8CAB2-4DB9-34EB-E00F-D03762F489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3192" y="4854952"/>
            <a:ext cx="570605" cy="57060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771068-BBBF-96D4-5146-D6D52BF56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5228" y="2915188"/>
            <a:ext cx="570605" cy="570605"/>
          </a:xfrm>
          <a:prstGeom prst="rect">
            <a:avLst/>
          </a:prstGeom>
        </p:spPr>
      </p:pic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484C561-2406-1143-8FDD-12D283CC34D0}"/>
              </a:ext>
            </a:extLst>
          </p:cNvPr>
          <p:cNvSpPr/>
          <p:nvPr/>
        </p:nvSpPr>
        <p:spPr>
          <a:xfrm>
            <a:off x="831850" y="1436261"/>
            <a:ext cx="1680302" cy="3527558"/>
          </a:xfrm>
          <a:custGeom>
            <a:avLst/>
            <a:gdLst>
              <a:gd name="connsiteX0" fmla="*/ 596363 w 1346351"/>
              <a:gd name="connsiteY0" fmla="*/ 1 h 2826474"/>
              <a:gd name="connsiteX1" fmla="*/ 721788 w 1346351"/>
              <a:gd name="connsiteY1" fmla="*/ 51973 h 2826474"/>
              <a:gd name="connsiteX2" fmla="*/ 1294420 w 1346351"/>
              <a:gd name="connsiteY2" fmla="*/ 624605 h 2826474"/>
              <a:gd name="connsiteX3" fmla="*/ 1318596 w 1346351"/>
              <a:gd name="connsiteY3" fmla="*/ 845272 h 2826474"/>
              <a:gd name="connsiteX4" fmla="*/ 1318471 w 1346351"/>
              <a:gd name="connsiteY4" fmla="*/ 1981316 h 2826474"/>
              <a:gd name="connsiteX5" fmla="*/ 1294420 w 1346351"/>
              <a:gd name="connsiteY5" fmla="*/ 2201859 h 2826474"/>
              <a:gd name="connsiteX6" fmla="*/ 721788 w 1346351"/>
              <a:gd name="connsiteY6" fmla="*/ 2774491 h 2826474"/>
              <a:gd name="connsiteX7" fmla="*/ 704503 w 1346351"/>
              <a:gd name="connsiteY7" fmla="*/ 2789668 h 2826474"/>
              <a:gd name="connsiteX8" fmla="*/ 455745 w 1346351"/>
              <a:gd name="connsiteY8" fmla="*/ 2757244 h 2826474"/>
              <a:gd name="connsiteX9" fmla="*/ 455745 w 1346351"/>
              <a:gd name="connsiteY9" fmla="*/ 69219 h 2826474"/>
              <a:gd name="connsiteX10" fmla="*/ 470919 w 1346351"/>
              <a:gd name="connsiteY10" fmla="*/ 51938 h 2826474"/>
              <a:gd name="connsiteX11" fmla="*/ 596363 w 1346351"/>
              <a:gd name="connsiteY11" fmla="*/ 1 h 282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46351" h="2826474">
                <a:moveTo>
                  <a:pt x="596363" y="1"/>
                </a:moveTo>
                <a:cubicBezTo>
                  <a:pt x="641761" y="7"/>
                  <a:pt x="687156" y="17331"/>
                  <a:pt x="721788" y="51973"/>
                </a:cubicBezTo>
                <a:lnTo>
                  <a:pt x="1294420" y="624605"/>
                </a:lnTo>
                <a:cubicBezTo>
                  <a:pt x="1353195" y="683405"/>
                  <a:pt x="1363247" y="775140"/>
                  <a:pt x="1318596" y="845272"/>
                </a:cubicBezTo>
                <a:cubicBezTo>
                  <a:pt x="1097744" y="1191740"/>
                  <a:pt x="1097694" y="1634798"/>
                  <a:pt x="1318471" y="1981316"/>
                </a:cubicBezTo>
                <a:cubicBezTo>
                  <a:pt x="1363085" y="2051393"/>
                  <a:pt x="1353088" y="2143046"/>
                  <a:pt x="1294420" y="2201859"/>
                </a:cubicBezTo>
                <a:lnTo>
                  <a:pt x="721788" y="2774491"/>
                </a:lnTo>
                <a:cubicBezTo>
                  <a:pt x="716360" y="2779918"/>
                  <a:pt x="710590" y="2784986"/>
                  <a:pt x="704503" y="2789668"/>
                </a:cubicBezTo>
                <a:cubicBezTo>
                  <a:pt x="626864" y="2849402"/>
                  <a:pt x="515470" y="2834905"/>
                  <a:pt x="455745" y="2757244"/>
                </a:cubicBezTo>
                <a:cubicBezTo>
                  <a:pt x="-151914" y="1966892"/>
                  <a:pt x="-151914" y="859571"/>
                  <a:pt x="455745" y="69219"/>
                </a:cubicBezTo>
                <a:cubicBezTo>
                  <a:pt x="460424" y="63136"/>
                  <a:pt x="465494" y="57363"/>
                  <a:pt x="470919" y="51938"/>
                </a:cubicBezTo>
                <a:cubicBezTo>
                  <a:pt x="505564" y="17307"/>
                  <a:pt x="550965" y="-6"/>
                  <a:pt x="596363" y="1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E3CBA0EA-4108-FB79-3ADA-E136A14BFA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91141" y="2915188"/>
            <a:ext cx="569491" cy="57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1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8C8D2CC-117F-8012-83D5-7973791836C1}"/>
              </a:ext>
            </a:extLst>
          </p:cNvPr>
          <p:cNvSpPr/>
          <p:nvPr/>
        </p:nvSpPr>
        <p:spPr>
          <a:xfrm rot="20759475">
            <a:off x="1145753" y="2116230"/>
            <a:ext cx="2004821" cy="2012328"/>
          </a:xfrm>
          <a:custGeom>
            <a:avLst/>
            <a:gdLst>
              <a:gd name="connsiteX0" fmla="*/ 1964023 w 2061326"/>
              <a:gd name="connsiteY0" fmla="*/ 2068681 h 2069045"/>
              <a:gd name="connsiteX1" fmla="*/ 416099 w 2061326"/>
              <a:gd name="connsiteY1" fmla="*/ 2068681 h 2069045"/>
              <a:gd name="connsiteX2" fmla="*/ 322234 w 2061326"/>
              <a:gd name="connsiteY2" fmla="*/ 1986981 h 2069045"/>
              <a:gd name="connsiteX3" fmla="*/ 319442 w 2061326"/>
              <a:gd name="connsiteY3" fmla="*/ 1967636 h 2069045"/>
              <a:gd name="connsiteX4" fmla="*/ 16239 w 2061326"/>
              <a:gd name="connsiteY4" fmla="*/ 1245760 h 2069045"/>
              <a:gd name="connsiteX5" fmla="*/ 24216 w 2061326"/>
              <a:gd name="connsiteY5" fmla="*/ 1120782 h 2069045"/>
              <a:gd name="connsiteX6" fmla="*/ 1117567 w 2061326"/>
              <a:gd name="connsiteY6" fmla="*/ 27431 h 2069045"/>
              <a:gd name="connsiteX7" fmla="*/ 1251653 w 2061326"/>
              <a:gd name="connsiteY7" fmla="*/ 27371 h 2069045"/>
              <a:gd name="connsiteX8" fmla="*/ 1256040 w 2061326"/>
              <a:gd name="connsiteY8" fmla="*/ 32085 h 2069045"/>
              <a:gd name="connsiteX9" fmla="*/ 2057690 w 2061326"/>
              <a:gd name="connsiteY9" fmla="*/ 1967636 h 2069045"/>
              <a:gd name="connsiteX10" fmla="*/ 2057690 w 2061326"/>
              <a:gd name="connsiteY10" fmla="*/ 1968633 h 2069045"/>
              <a:gd name="connsiteX11" fmla="*/ 1970338 w 2061326"/>
              <a:gd name="connsiteY11" fmla="*/ 2068475 h 2069045"/>
              <a:gd name="connsiteX12" fmla="*/ 1964023 w 2061326"/>
              <a:gd name="connsiteY12" fmla="*/ 2068681 h 206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61326" h="2069045">
                <a:moveTo>
                  <a:pt x="1964023" y="2068681"/>
                </a:moveTo>
                <a:lnTo>
                  <a:pt x="416099" y="2068681"/>
                </a:lnTo>
                <a:cubicBezTo>
                  <a:pt x="368768" y="2068754"/>
                  <a:pt x="328682" y="2033860"/>
                  <a:pt x="322234" y="1986981"/>
                </a:cubicBezTo>
                <a:cubicBezTo>
                  <a:pt x="321302" y="1980333"/>
                  <a:pt x="320439" y="1974084"/>
                  <a:pt x="319442" y="1967636"/>
                </a:cubicBezTo>
                <a:cubicBezTo>
                  <a:pt x="280819" y="1705310"/>
                  <a:pt x="176516" y="1457004"/>
                  <a:pt x="16239" y="1245760"/>
                </a:cubicBezTo>
                <a:cubicBezTo>
                  <a:pt x="-12746" y="1207980"/>
                  <a:pt x="-9355" y="1154566"/>
                  <a:pt x="24216" y="1120782"/>
                </a:cubicBezTo>
                <a:lnTo>
                  <a:pt x="1117567" y="27431"/>
                </a:lnTo>
                <a:cubicBezTo>
                  <a:pt x="1154596" y="-9604"/>
                  <a:pt x="1214625" y="-9637"/>
                  <a:pt x="1251653" y="27371"/>
                </a:cubicBezTo>
                <a:cubicBezTo>
                  <a:pt x="1253182" y="28887"/>
                  <a:pt x="1254644" y="30462"/>
                  <a:pt x="1256040" y="32085"/>
                </a:cubicBezTo>
                <a:cubicBezTo>
                  <a:pt x="1726300" y="573136"/>
                  <a:pt x="2007699" y="1252533"/>
                  <a:pt x="2057690" y="1967636"/>
                </a:cubicBezTo>
                <a:cubicBezTo>
                  <a:pt x="2057690" y="1967968"/>
                  <a:pt x="2057690" y="1968301"/>
                  <a:pt x="2057690" y="1968633"/>
                </a:cubicBezTo>
                <a:cubicBezTo>
                  <a:pt x="2061147" y="2020319"/>
                  <a:pt x="2022057" y="2065025"/>
                  <a:pt x="1970338" y="2068475"/>
                </a:cubicBezTo>
                <a:cubicBezTo>
                  <a:pt x="1968210" y="2068615"/>
                  <a:pt x="1966150" y="2068681"/>
                  <a:pt x="1964023" y="206868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082E04-75B1-07EF-2C68-10EABCF6D715}"/>
              </a:ext>
            </a:extLst>
          </p:cNvPr>
          <p:cNvSpPr/>
          <p:nvPr/>
        </p:nvSpPr>
        <p:spPr>
          <a:xfrm rot="20759475">
            <a:off x="3625356" y="2116230"/>
            <a:ext cx="2004820" cy="2012328"/>
          </a:xfrm>
          <a:custGeom>
            <a:avLst/>
            <a:gdLst>
              <a:gd name="connsiteX0" fmla="*/ 1964023 w 2061325"/>
              <a:gd name="connsiteY0" fmla="*/ 2068681 h 2069045"/>
              <a:gd name="connsiteX1" fmla="*/ 416099 w 2061325"/>
              <a:gd name="connsiteY1" fmla="*/ 2068681 h 2069045"/>
              <a:gd name="connsiteX2" fmla="*/ 322234 w 2061325"/>
              <a:gd name="connsiteY2" fmla="*/ 1986981 h 2069045"/>
              <a:gd name="connsiteX3" fmla="*/ 319442 w 2061325"/>
              <a:gd name="connsiteY3" fmla="*/ 1967636 h 2069045"/>
              <a:gd name="connsiteX4" fmla="*/ 16239 w 2061325"/>
              <a:gd name="connsiteY4" fmla="*/ 1245760 h 2069045"/>
              <a:gd name="connsiteX5" fmla="*/ 24216 w 2061325"/>
              <a:gd name="connsiteY5" fmla="*/ 1120782 h 2069045"/>
              <a:gd name="connsiteX6" fmla="*/ 1117567 w 2061325"/>
              <a:gd name="connsiteY6" fmla="*/ 27431 h 2069045"/>
              <a:gd name="connsiteX7" fmla="*/ 1251653 w 2061325"/>
              <a:gd name="connsiteY7" fmla="*/ 27371 h 2069045"/>
              <a:gd name="connsiteX8" fmla="*/ 1256040 w 2061325"/>
              <a:gd name="connsiteY8" fmla="*/ 32085 h 2069045"/>
              <a:gd name="connsiteX9" fmla="*/ 2057688 w 2061325"/>
              <a:gd name="connsiteY9" fmla="*/ 1967636 h 2069045"/>
              <a:gd name="connsiteX10" fmla="*/ 2057688 w 2061325"/>
              <a:gd name="connsiteY10" fmla="*/ 1968633 h 2069045"/>
              <a:gd name="connsiteX11" fmla="*/ 1970338 w 2061325"/>
              <a:gd name="connsiteY11" fmla="*/ 2068475 h 2069045"/>
              <a:gd name="connsiteX12" fmla="*/ 1964023 w 2061325"/>
              <a:gd name="connsiteY12" fmla="*/ 2068681 h 206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61325" h="2069045">
                <a:moveTo>
                  <a:pt x="1964023" y="2068681"/>
                </a:moveTo>
                <a:lnTo>
                  <a:pt x="416099" y="2068681"/>
                </a:lnTo>
                <a:cubicBezTo>
                  <a:pt x="368768" y="2068754"/>
                  <a:pt x="328682" y="2033860"/>
                  <a:pt x="322234" y="1986981"/>
                </a:cubicBezTo>
                <a:cubicBezTo>
                  <a:pt x="321302" y="1980333"/>
                  <a:pt x="320439" y="1974084"/>
                  <a:pt x="319442" y="1967636"/>
                </a:cubicBezTo>
                <a:cubicBezTo>
                  <a:pt x="280819" y="1705310"/>
                  <a:pt x="176516" y="1457004"/>
                  <a:pt x="16239" y="1245760"/>
                </a:cubicBezTo>
                <a:cubicBezTo>
                  <a:pt x="-12746" y="1207980"/>
                  <a:pt x="-9355" y="1154566"/>
                  <a:pt x="24216" y="1120782"/>
                </a:cubicBezTo>
                <a:lnTo>
                  <a:pt x="1117567" y="27431"/>
                </a:lnTo>
                <a:cubicBezTo>
                  <a:pt x="1154596" y="-9604"/>
                  <a:pt x="1214625" y="-9637"/>
                  <a:pt x="1251653" y="27371"/>
                </a:cubicBezTo>
                <a:cubicBezTo>
                  <a:pt x="1253182" y="28887"/>
                  <a:pt x="1254644" y="30462"/>
                  <a:pt x="1256040" y="32085"/>
                </a:cubicBezTo>
                <a:cubicBezTo>
                  <a:pt x="1726300" y="573136"/>
                  <a:pt x="2007697" y="1252533"/>
                  <a:pt x="2057688" y="1967636"/>
                </a:cubicBezTo>
                <a:cubicBezTo>
                  <a:pt x="2057623" y="1967968"/>
                  <a:pt x="2057623" y="1968301"/>
                  <a:pt x="2057688" y="1968633"/>
                </a:cubicBezTo>
                <a:cubicBezTo>
                  <a:pt x="2061145" y="2020319"/>
                  <a:pt x="2022057" y="2065025"/>
                  <a:pt x="1970338" y="2068475"/>
                </a:cubicBezTo>
                <a:cubicBezTo>
                  <a:pt x="1968210" y="2068615"/>
                  <a:pt x="1966150" y="2068681"/>
                  <a:pt x="1964023" y="206868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0C5795-9D74-3549-F68B-D86355219107}"/>
              </a:ext>
            </a:extLst>
          </p:cNvPr>
          <p:cNvSpPr/>
          <p:nvPr/>
        </p:nvSpPr>
        <p:spPr>
          <a:xfrm rot="20759475">
            <a:off x="6104957" y="2116230"/>
            <a:ext cx="2004819" cy="2012328"/>
          </a:xfrm>
          <a:custGeom>
            <a:avLst/>
            <a:gdLst>
              <a:gd name="connsiteX0" fmla="*/ 1964022 w 2061324"/>
              <a:gd name="connsiteY0" fmla="*/ 2068681 h 2069045"/>
              <a:gd name="connsiteX1" fmla="*/ 416098 w 2061324"/>
              <a:gd name="connsiteY1" fmla="*/ 2068681 h 2069045"/>
              <a:gd name="connsiteX2" fmla="*/ 322232 w 2061324"/>
              <a:gd name="connsiteY2" fmla="*/ 1986981 h 2069045"/>
              <a:gd name="connsiteX3" fmla="*/ 319440 w 2061324"/>
              <a:gd name="connsiteY3" fmla="*/ 1967636 h 2069045"/>
              <a:gd name="connsiteX4" fmla="*/ 16238 w 2061324"/>
              <a:gd name="connsiteY4" fmla="*/ 1245760 h 2069045"/>
              <a:gd name="connsiteX5" fmla="*/ 24217 w 2061324"/>
              <a:gd name="connsiteY5" fmla="*/ 1120782 h 2069045"/>
              <a:gd name="connsiteX6" fmla="*/ 1117566 w 2061324"/>
              <a:gd name="connsiteY6" fmla="*/ 27431 h 2069045"/>
              <a:gd name="connsiteX7" fmla="*/ 1251651 w 2061324"/>
              <a:gd name="connsiteY7" fmla="*/ 27371 h 2069045"/>
              <a:gd name="connsiteX8" fmla="*/ 1256039 w 2061324"/>
              <a:gd name="connsiteY8" fmla="*/ 32085 h 2069045"/>
              <a:gd name="connsiteX9" fmla="*/ 2057687 w 2061324"/>
              <a:gd name="connsiteY9" fmla="*/ 1967636 h 2069045"/>
              <a:gd name="connsiteX10" fmla="*/ 2057687 w 2061324"/>
              <a:gd name="connsiteY10" fmla="*/ 1968633 h 2069045"/>
              <a:gd name="connsiteX11" fmla="*/ 1970338 w 2061324"/>
              <a:gd name="connsiteY11" fmla="*/ 2068475 h 2069045"/>
              <a:gd name="connsiteX12" fmla="*/ 1964022 w 2061324"/>
              <a:gd name="connsiteY12" fmla="*/ 2068681 h 206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61324" h="2069045">
                <a:moveTo>
                  <a:pt x="1964022" y="2068681"/>
                </a:moveTo>
                <a:lnTo>
                  <a:pt x="416098" y="2068681"/>
                </a:lnTo>
                <a:cubicBezTo>
                  <a:pt x="368766" y="2068754"/>
                  <a:pt x="328681" y="2033860"/>
                  <a:pt x="322232" y="1986981"/>
                </a:cubicBezTo>
                <a:cubicBezTo>
                  <a:pt x="321303" y="1980333"/>
                  <a:pt x="320437" y="1974084"/>
                  <a:pt x="319440" y="1967636"/>
                </a:cubicBezTo>
                <a:cubicBezTo>
                  <a:pt x="280816" y="1705310"/>
                  <a:pt x="176514" y="1457004"/>
                  <a:pt x="16238" y="1245760"/>
                </a:cubicBezTo>
                <a:cubicBezTo>
                  <a:pt x="-12745" y="1207980"/>
                  <a:pt x="-9356" y="1154566"/>
                  <a:pt x="24217" y="1120782"/>
                </a:cubicBezTo>
                <a:lnTo>
                  <a:pt x="1117566" y="27431"/>
                </a:lnTo>
                <a:cubicBezTo>
                  <a:pt x="1154596" y="-9604"/>
                  <a:pt x="1214624" y="-9637"/>
                  <a:pt x="1251651" y="27371"/>
                </a:cubicBezTo>
                <a:cubicBezTo>
                  <a:pt x="1253179" y="28887"/>
                  <a:pt x="1254643" y="30462"/>
                  <a:pt x="1256039" y="32085"/>
                </a:cubicBezTo>
                <a:cubicBezTo>
                  <a:pt x="1726301" y="573136"/>
                  <a:pt x="2007696" y="1252533"/>
                  <a:pt x="2057687" y="1967636"/>
                </a:cubicBezTo>
                <a:cubicBezTo>
                  <a:pt x="2057622" y="1967968"/>
                  <a:pt x="2057622" y="1968301"/>
                  <a:pt x="2057687" y="1968633"/>
                </a:cubicBezTo>
                <a:cubicBezTo>
                  <a:pt x="2061144" y="2020319"/>
                  <a:pt x="2022056" y="2065025"/>
                  <a:pt x="1970338" y="2068475"/>
                </a:cubicBezTo>
                <a:cubicBezTo>
                  <a:pt x="1968209" y="2068615"/>
                  <a:pt x="1966148" y="2068681"/>
                  <a:pt x="1964022" y="206868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CD36559-F5EA-786D-C62F-410A3FD9605B}"/>
              </a:ext>
            </a:extLst>
          </p:cNvPr>
          <p:cNvSpPr/>
          <p:nvPr/>
        </p:nvSpPr>
        <p:spPr>
          <a:xfrm rot="20759475">
            <a:off x="8584559" y="2116230"/>
            <a:ext cx="2004819" cy="2012328"/>
          </a:xfrm>
          <a:custGeom>
            <a:avLst/>
            <a:gdLst>
              <a:gd name="connsiteX0" fmla="*/ 1964022 w 2061324"/>
              <a:gd name="connsiteY0" fmla="*/ 2068681 h 2069045"/>
              <a:gd name="connsiteX1" fmla="*/ 416098 w 2061324"/>
              <a:gd name="connsiteY1" fmla="*/ 2068681 h 2069045"/>
              <a:gd name="connsiteX2" fmla="*/ 322232 w 2061324"/>
              <a:gd name="connsiteY2" fmla="*/ 1986981 h 2069045"/>
              <a:gd name="connsiteX3" fmla="*/ 319440 w 2061324"/>
              <a:gd name="connsiteY3" fmla="*/ 1967636 h 2069045"/>
              <a:gd name="connsiteX4" fmla="*/ 16238 w 2061324"/>
              <a:gd name="connsiteY4" fmla="*/ 1245760 h 2069045"/>
              <a:gd name="connsiteX5" fmla="*/ 24217 w 2061324"/>
              <a:gd name="connsiteY5" fmla="*/ 1120782 h 2069045"/>
              <a:gd name="connsiteX6" fmla="*/ 1117566 w 2061324"/>
              <a:gd name="connsiteY6" fmla="*/ 27431 h 2069045"/>
              <a:gd name="connsiteX7" fmla="*/ 1251651 w 2061324"/>
              <a:gd name="connsiteY7" fmla="*/ 27371 h 2069045"/>
              <a:gd name="connsiteX8" fmla="*/ 1256039 w 2061324"/>
              <a:gd name="connsiteY8" fmla="*/ 32085 h 2069045"/>
              <a:gd name="connsiteX9" fmla="*/ 2057687 w 2061324"/>
              <a:gd name="connsiteY9" fmla="*/ 1967636 h 2069045"/>
              <a:gd name="connsiteX10" fmla="*/ 2057687 w 2061324"/>
              <a:gd name="connsiteY10" fmla="*/ 1968633 h 2069045"/>
              <a:gd name="connsiteX11" fmla="*/ 1970338 w 2061324"/>
              <a:gd name="connsiteY11" fmla="*/ 2068475 h 2069045"/>
              <a:gd name="connsiteX12" fmla="*/ 1964022 w 2061324"/>
              <a:gd name="connsiteY12" fmla="*/ 2068681 h 206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61324" h="2069045">
                <a:moveTo>
                  <a:pt x="1964022" y="2068681"/>
                </a:moveTo>
                <a:lnTo>
                  <a:pt x="416098" y="2068681"/>
                </a:lnTo>
                <a:cubicBezTo>
                  <a:pt x="368766" y="2068754"/>
                  <a:pt x="328681" y="2033860"/>
                  <a:pt x="322232" y="1986981"/>
                </a:cubicBezTo>
                <a:cubicBezTo>
                  <a:pt x="321303" y="1980333"/>
                  <a:pt x="320437" y="1974084"/>
                  <a:pt x="319440" y="1967636"/>
                </a:cubicBezTo>
                <a:cubicBezTo>
                  <a:pt x="280816" y="1705310"/>
                  <a:pt x="176514" y="1457004"/>
                  <a:pt x="16238" y="1245760"/>
                </a:cubicBezTo>
                <a:cubicBezTo>
                  <a:pt x="-12745" y="1207980"/>
                  <a:pt x="-9356" y="1154566"/>
                  <a:pt x="24217" y="1120782"/>
                </a:cubicBezTo>
                <a:lnTo>
                  <a:pt x="1117566" y="27431"/>
                </a:lnTo>
                <a:cubicBezTo>
                  <a:pt x="1154596" y="-9604"/>
                  <a:pt x="1214624" y="-9637"/>
                  <a:pt x="1251651" y="27371"/>
                </a:cubicBezTo>
                <a:cubicBezTo>
                  <a:pt x="1253179" y="28887"/>
                  <a:pt x="1254643" y="30462"/>
                  <a:pt x="1256039" y="32085"/>
                </a:cubicBezTo>
                <a:cubicBezTo>
                  <a:pt x="1726301" y="573136"/>
                  <a:pt x="2007696" y="1252533"/>
                  <a:pt x="2057687" y="1967636"/>
                </a:cubicBezTo>
                <a:cubicBezTo>
                  <a:pt x="2057622" y="1967968"/>
                  <a:pt x="2057622" y="1968301"/>
                  <a:pt x="2057687" y="1968633"/>
                </a:cubicBezTo>
                <a:cubicBezTo>
                  <a:pt x="2061144" y="2020319"/>
                  <a:pt x="2022056" y="2065025"/>
                  <a:pt x="1970338" y="2068475"/>
                </a:cubicBezTo>
                <a:cubicBezTo>
                  <a:pt x="1968209" y="2068615"/>
                  <a:pt x="1966148" y="2068681"/>
                  <a:pt x="1964022" y="206868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8AAF2A2-4251-70B6-251C-37B06EA535CC}"/>
              </a:ext>
            </a:extLst>
          </p:cNvPr>
          <p:cNvSpPr/>
          <p:nvPr/>
        </p:nvSpPr>
        <p:spPr>
          <a:xfrm>
            <a:off x="1346213" y="2217009"/>
            <a:ext cx="2061326" cy="2069045"/>
          </a:xfrm>
          <a:custGeom>
            <a:avLst/>
            <a:gdLst>
              <a:gd name="connsiteX0" fmla="*/ 1964023 w 2061326"/>
              <a:gd name="connsiteY0" fmla="*/ 2068681 h 2069045"/>
              <a:gd name="connsiteX1" fmla="*/ 416099 w 2061326"/>
              <a:gd name="connsiteY1" fmla="*/ 2068681 h 2069045"/>
              <a:gd name="connsiteX2" fmla="*/ 322234 w 2061326"/>
              <a:gd name="connsiteY2" fmla="*/ 1986981 h 2069045"/>
              <a:gd name="connsiteX3" fmla="*/ 319442 w 2061326"/>
              <a:gd name="connsiteY3" fmla="*/ 1967636 h 2069045"/>
              <a:gd name="connsiteX4" fmla="*/ 16239 w 2061326"/>
              <a:gd name="connsiteY4" fmla="*/ 1245760 h 2069045"/>
              <a:gd name="connsiteX5" fmla="*/ 24216 w 2061326"/>
              <a:gd name="connsiteY5" fmla="*/ 1120782 h 2069045"/>
              <a:gd name="connsiteX6" fmla="*/ 1117567 w 2061326"/>
              <a:gd name="connsiteY6" fmla="*/ 27431 h 2069045"/>
              <a:gd name="connsiteX7" fmla="*/ 1251653 w 2061326"/>
              <a:gd name="connsiteY7" fmla="*/ 27371 h 2069045"/>
              <a:gd name="connsiteX8" fmla="*/ 1256040 w 2061326"/>
              <a:gd name="connsiteY8" fmla="*/ 32085 h 2069045"/>
              <a:gd name="connsiteX9" fmla="*/ 2057690 w 2061326"/>
              <a:gd name="connsiteY9" fmla="*/ 1967636 h 2069045"/>
              <a:gd name="connsiteX10" fmla="*/ 2057690 w 2061326"/>
              <a:gd name="connsiteY10" fmla="*/ 1968633 h 2069045"/>
              <a:gd name="connsiteX11" fmla="*/ 1970338 w 2061326"/>
              <a:gd name="connsiteY11" fmla="*/ 2068475 h 2069045"/>
              <a:gd name="connsiteX12" fmla="*/ 1964023 w 2061326"/>
              <a:gd name="connsiteY12" fmla="*/ 2068681 h 206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61326" h="2069045">
                <a:moveTo>
                  <a:pt x="1964023" y="2068681"/>
                </a:moveTo>
                <a:lnTo>
                  <a:pt x="416099" y="2068681"/>
                </a:lnTo>
                <a:cubicBezTo>
                  <a:pt x="368768" y="2068754"/>
                  <a:pt x="328682" y="2033860"/>
                  <a:pt x="322234" y="1986981"/>
                </a:cubicBezTo>
                <a:cubicBezTo>
                  <a:pt x="321302" y="1980333"/>
                  <a:pt x="320439" y="1974084"/>
                  <a:pt x="319442" y="1967636"/>
                </a:cubicBezTo>
                <a:cubicBezTo>
                  <a:pt x="280819" y="1705310"/>
                  <a:pt x="176516" y="1457004"/>
                  <a:pt x="16239" y="1245760"/>
                </a:cubicBezTo>
                <a:cubicBezTo>
                  <a:pt x="-12746" y="1207980"/>
                  <a:pt x="-9355" y="1154566"/>
                  <a:pt x="24216" y="1120782"/>
                </a:cubicBezTo>
                <a:lnTo>
                  <a:pt x="1117567" y="27431"/>
                </a:lnTo>
                <a:cubicBezTo>
                  <a:pt x="1154596" y="-9604"/>
                  <a:pt x="1214625" y="-9637"/>
                  <a:pt x="1251653" y="27371"/>
                </a:cubicBezTo>
                <a:cubicBezTo>
                  <a:pt x="1253182" y="28887"/>
                  <a:pt x="1254644" y="30462"/>
                  <a:pt x="1256040" y="32085"/>
                </a:cubicBezTo>
                <a:cubicBezTo>
                  <a:pt x="1726300" y="573136"/>
                  <a:pt x="2007699" y="1252533"/>
                  <a:pt x="2057690" y="1967636"/>
                </a:cubicBezTo>
                <a:cubicBezTo>
                  <a:pt x="2057690" y="1967968"/>
                  <a:pt x="2057690" y="1968301"/>
                  <a:pt x="2057690" y="1968633"/>
                </a:cubicBezTo>
                <a:cubicBezTo>
                  <a:pt x="2061147" y="2020319"/>
                  <a:pt x="2022057" y="2065025"/>
                  <a:pt x="1970338" y="2068475"/>
                </a:cubicBezTo>
                <a:cubicBezTo>
                  <a:pt x="1968210" y="2068615"/>
                  <a:pt x="1966150" y="2068681"/>
                  <a:pt x="1964023" y="2068681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BB7AC5A-58C3-95FE-876F-59031BC9FA5B}"/>
              </a:ext>
            </a:extLst>
          </p:cNvPr>
          <p:cNvSpPr/>
          <p:nvPr/>
        </p:nvSpPr>
        <p:spPr>
          <a:xfrm>
            <a:off x="3825815" y="2217009"/>
            <a:ext cx="2061325" cy="2069045"/>
          </a:xfrm>
          <a:custGeom>
            <a:avLst/>
            <a:gdLst>
              <a:gd name="connsiteX0" fmla="*/ 1964023 w 2061325"/>
              <a:gd name="connsiteY0" fmla="*/ 2068681 h 2069045"/>
              <a:gd name="connsiteX1" fmla="*/ 416099 w 2061325"/>
              <a:gd name="connsiteY1" fmla="*/ 2068681 h 2069045"/>
              <a:gd name="connsiteX2" fmla="*/ 322234 w 2061325"/>
              <a:gd name="connsiteY2" fmla="*/ 1986981 h 2069045"/>
              <a:gd name="connsiteX3" fmla="*/ 319442 w 2061325"/>
              <a:gd name="connsiteY3" fmla="*/ 1967636 h 2069045"/>
              <a:gd name="connsiteX4" fmla="*/ 16239 w 2061325"/>
              <a:gd name="connsiteY4" fmla="*/ 1245760 h 2069045"/>
              <a:gd name="connsiteX5" fmla="*/ 24216 w 2061325"/>
              <a:gd name="connsiteY5" fmla="*/ 1120782 h 2069045"/>
              <a:gd name="connsiteX6" fmla="*/ 1117567 w 2061325"/>
              <a:gd name="connsiteY6" fmla="*/ 27431 h 2069045"/>
              <a:gd name="connsiteX7" fmla="*/ 1251653 w 2061325"/>
              <a:gd name="connsiteY7" fmla="*/ 27371 h 2069045"/>
              <a:gd name="connsiteX8" fmla="*/ 1256040 w 2061325"/>
              <a:gd name="connsiteY8" fmla="*/ 32085 h 2069045"/>
              <a:gd name="connsiteX9" fmla="*/ 2057688 w 2061325"/>
              <a:gd name="connsiteY9" fmla="*/ 1967636 h 2069045"/>
              <a:gd name="connsiteX10" fmla="*/ 2057688 w 2061325"/>
              <a:gd name="connsiteY10" fmla="*/ 1968633 h 2069045"/>
              <a:gd name="connsiteX11" fmla="*/ 1970338 w 2061325"/>
              <a:gd name="connsiteY11" fmla="*/ 2068475 h 2069045"/>
              <a:gd name="connsiteX12" fmla="*/ 1964023 w 2061325"/>
              <a:gd name="connsiteY12" fmla="*/ 2068681 h 206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61325" h="2069045">
                <a:moveTo>
                  <a:pt x="1964023" y="2068681"/>
                </a:moveTo>
                <a:lnTo>
                  <a:pt x="416099" y="2068681"/>
                </a:lnTo>
                <a:cubicBezTo>
                  <a:pt x="368768" y="2068754"/>
                  <a:pt x="328682" y="2033860"/>
                  <a:pt x="322234" y="1986981"/>
                </a:cubicBezTo>
                <a:cubicBezTo>
                  <a:pt x="321302" y="1980333"/>
                  <a:pt x="320439" y="1974084"/>
                  <a:pt x="319442" y="1967636"/>
                </a:cubicBezTo>
                <a:cubicBezTo>
                  <a:pt x="280819" y="1705310"/>
                  <a:pt x="176516" y="1457004"/>
                  <a:pt x="16239" y="1245760"/>
                </a:cubicBezTo>
                <a:cubicBezTo>
                  <a:pt x="-12746" y="1207980"/>
                  <a:pt x="-9355" y="1154566"/>
                  <a:pt x="24216" y="1120782"/>
                </a:cubicBezTo>
                <a:lnTo>
                  <a:pt x="1117567" y="27431"/>
                </a:lnTo>
                <a:cubicBezTo>
                  <a:pt x="1154596" y="-9604"/>
                  <a:pt x="1214625" y="-9637"/>
                  <a:pt x="1251653" y="27371"/>
                </a:cubicBezTo>
                <a:cubicBezTo>
                  <a:pt x="1253182" y="28887"/>
                  <a:pt x="1254644" y="30462"/>
                  <a:pt x="1256040" y="32085"/>
                </a:cubicBezTo>
                <a:cubicBezTo>
                  <a:pt x="1726300" y="573136"/>
                  <a:pt x="2007697" y="1252533"/>
                  <a:pt x="2057688" y="1967636"/>
                </a:cubicBezTo>
                <a:cubicBezTo>
                  <a:pt x="2057623" y="1967968"/>
                  <a:pt x="2057623" y="1968301"/>
                  <a:pt x="2057688" y="1968633"/>
                </a:cubicBezTo>
                <a:cubicBezTo>
                  <a:pt x="2061145" y="2020319"/>
                  <a:pt x="2022057" y="2065025"/>
                  <a:pt x="1970338" y="2068475"/>
                </a:cubicBezTo>
                <a:cubicBezTo>
                  <a:pt x="1968210" y="2068615"/>
                  <a:pt x="1966150" y="2068681"/>
                  <a:pt x="1964023" y="2068681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0D3A131-1829-077E-F16C-013450E21EC5}"/>
              </a:ext>
            </a:extLst>
          </p:cNvPr>
          <p:cNvSpPr/>
          <p:nvPr/>
        </p:nvSpPr>
        <p:spPr>
          <a:xfrm>
            <a:off x="6305417" y="2217009"/>
            <a:ext cx="2061324" cy="2069045"/>
          </a:xfrm>
          <a:custGeom>
            <a:avLst/>
            <a:gdLst>
              <a:gd name="connsiteX0" fmla="*/ 1964022 w 2061324"/>
              <a:gd name="connsiteY0" fmla="*/ 2068681 h 2069045"/>
              <a:gd name="connsiteX1" fmla="*/ 416098 w 2061324"/>
              <a:gd name="connsiteY1" fmla="*/ 2068681 h 2069045"/>
              <a:gd name="connsiteX2" fmla="*/ 322232 w 2061324"/>
              <a:gd name="connsiteY2" fmla="*/ 1986981 h 2069045"/>
              <a:gd name="connsiteX3" fmla="*/ 319440 w 2061324"/>
              <a:gd name="connsiteY3" fmla="*/ 1967636 h 2069045"/>
              <a:gd name="connsiteX4" fmla="*/ 16238 w 2061324"/>
              <a:gd name="connsiteY4" fmla="*/ 1245760 h 2069045"/>
              <a:gd name="connsiteX5" fmla="*/ 24217 w 2061324"/>
              <a:gd name="connsiteY5" fmla="*/ 1120782 h 2069045"/>
              <a:gd name="connsiteX6" fmla="*/ 1117566 w 2061324"/>
              <a:gd name="connsiteY6" fmla="*/ 27431 h 2069045"/>
              <a:gd name="connsiteX7" fmla="*/ 1251651 w 2061324"/>
              <a:gd name="connsiteY7" fmla="*/ 27371 h 2069045"/>
              <a:gd name="connsiteX8" fmla="*/ 1256039 w 2061324"/>
              <a:gd name="connsiteY8" fmla="*/ 32085 h 2069045"/>
              <a:gd name="connsiteX9" fmla="*/ 2057687 w 2061324"/>
              <a:gd name="connsiteY9" fmla="*/ 1967636 h 2069045"/>
              <a:gd name="connsiteX10" fmla="*/ 2057687 w 2061324"/>
              <a:gd name="connsiteY10" fmla="*/ 1968633 h 2069045"/>
              <a:gd name="connsiteX11" fmla="*/ 1970338 w 2061324"/>
              <a:gd name="connsiteY11" fmla="*/ 2068475 h 2069045"/>
              <a:gd name="connsiteX12" fmla="*/ 1964022 w 2061324"/>
              <a:gd name="connsiteY12" fmla="*/ 2068681 h 206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61324" h="2069045">
                <a:moveTo>
                  <a:pt x="1964022" y="2068681"/>
                </a:moveTo>
                <a:lnTo>
                  <a:pt x="416098" y="2068681"/>
                </a:lnTo>
                <a:cubicBezTo>
                  <a:pt x="368766" y="2068754"/>
                  <a:pt x="328681" y="2033860"/>
                  <a:pt x="322232" y="1986981"/>
                </a:cubicBezTo>
                <a:cubicBezTo>
                  <a:pt x="321303" y="1980333"/>
                  <a:pt x="320437" y="1974084"/>
                  <a:pt x="319440" y="1967636"/>
                </a:cubicBezTo>
                <a:cubicBezTo>
                  <a:pt x="280816" y="1705310"/>
                  <a:pt x="176514" y="1457004"/>
                  <a:pt x="16238" y="1245760"/>
                </a:cubicBezTo>
                <a:cubicBezTo>
                  <a:pt x="-12745" y="1207980"/>
                  <a:pt x="-9356" y="1154566"/>
                  <a:pt x="24217" y="1120782"/>
                </a:cubicBezTo>
                <a:lnTo>
                  <a:pt x="1117566" y="27431"/>
                </a:lnTo>
                <a:cubicBezTo>
                  <a:pt x="1154596" y="-9604"/>
                  <a:pt x="1214624" y="-9637"/>
                  <a:pt x="1251651" y="27371"/>
                </a:cubicBezTo>
                <a:cubicBezTo>
                  <a:pt x="1253179" y="28887"/>
                  <a:pt x="1254643" y="30462"/>
                  <a:pt x="1256039" y="32085"/>
                </a:cubicBezTo>
                <a:cubicBezTo>
                  <a:pt x="1726301" y="573136"/>
                  <a:pt x="2007696" y="1252533"/>
                  <a:pt x="2057687" y="1967636"/>
                </a:cubicBezTo>
                <a:cubicBezTo>
                  <a:pt x="2057622" y="1967968"/>
                  <a:pt x="2057622" y="1968301"/>
                  <a:pt x="2057687" y="1968633"/>
                </a:cubicBezTo>
                <a:cubicBezTo>
                  <a:pt x="2061144" y="2020319"/>
                  <a:pt x="2022056" y="2065025"/>
                  <a:pt x="1970338" y="2068475"/>
                </a:cubicBezTo>
                <a:cubicBezTo>
                  <a:pt x="1968209" y="2068615"/>
                  <a:pt x="1966148" y="2068681"/>
                  <a:pt x="1964022" y="2068681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1EEF5F3-034E-7741-ABC6-37A372751904}"/>
              </a:ext>
            </a:extLst>
          </p:cNvPr>
          <p:cNvSpPr/>
          <p:nvPr/>
        </p:nvSpPr>
        <p:spPr>
          <a:xfrm>
            <a:off x="8785019" y="2217009"/>
            <a:ext cx="2061324" cy="2069045"/>
          </a:xfrm>
          <a:custGeom>
            <a:avLst/>
            <a:gdLst>
              <a:gd name="connsiteX0" fmla="*/ 1964022 w 2061324"/>
              <a:gd name="connsiteY0" fmla="*/ 2068681 h 2069045"/>
              <a:gd name="connsiteX1" fmla="*/ 416098 w 2061324"/>
              <a:gd name="connsiteY1" fmla="*/ 2068681 h 2069045"/>
              <a:gd name="connsiteX2" fmla="*/ 322232 w 2061324"/>
              <a:gd name="connsiteY2" fmla="*/ 1986981 h 2069045"/>
              <a:gd name="connsiteX3" fmla="*/ 319440 w 2061324"/>
              <a:gd name="connsiteY3" fmla="*/ 1967636 h 2069045"/>
              <a:gd name="connsiteX4" fmla="*/ 16238 w 2061324"/>
              <a:gd name="connsiteY4" fmla="*/ 1245760 h 2069045"/>
              <a:gd name="connsiteX5" fmla="*/ 24217 w 2061324"/>
              <a:gd name="connsiteY5" fmla="*/ 1120782 h 2069045"/>
              <a:gd name="connsiteX6" fmla="*/ 1117566 w 2061324"/>
              <a:gd name="connsiteY6" fmla="*/ 27431 h 2069045"/>
              <a:gd name="connsiteX7" fmla="*/ 1251651 w 2061324"/>
              <a:gd name="connsiteY7" fmla="*/ 27371 h 2069045"/>
              <a:gd name="connsiteX8" fmla="*/ 1256039 w 2061324"/>
              <a:gd name="connsiteY8" fmla="*/ 32085 h 2069045"/>
              <a:gd name="connsiteX9" fmla="*/ 2057687 w 2061324"/>
              <a:gd name="connsiteY9" fmla="*/ 1967636 h 2069045"/>
              <a:gd name="connsiteX10" fmla="*/ 2057687 w 2061324"/>
              <a:gd name="connsiteY10" fmla="*/ 1968633 h 2069045"/>
              <a:gd name="connsiteX11" fmla="*/ 1970338 w 2061324"/>
              <a:gd name="connsiteY11" fmla="*/ 2068475 h 2069045"/>
              <a:gd name="connsiteX12" fmla="*/ 1964022 w 2061324"/>
              <a:gd name="connsiteY12" fmla="*/ 2068681 h 206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61324" h="2069045">
                <a:moveTo>
                  <a:pt x="1964022" y="2068681"/>
                </a:moveTo>
                <a:lnTo>
                  <a:pt x="416098" y="2068681"/>
                </a:lnTo>
                <a:cubicBezTo>
                  <a:pt x="368766" y="2068754"/>
                  <a:pt x="328681" y="2033860"/>
                  <a:pt x="322232" y="1986981"/>
                </a:cubicBezTo>
                <a:cubicBezTo>
                  <a:pt x="321303" y="1980333"/>
                  <a:pt x="320437" y="1974084"/>
                  <a:pt x="319440" y="1967636"/>
                </a:cubicBezTo>
                <a:cubicBezTo>
                  <a:pt x="280816" y="1705310"/>
                  <a:pt x="176514" y="1457004"/>
                  <a:pt x="16238" y="1245760"/>
                </a:cubicBezTo>
                <a:cubicBezTo>
                  <a:pt x="-12745" y="1207980"/>
                  <a:pt x="-9356" y="1154566"/>
                  <a:pt x="24217" y="1120782"/>
                </a:cubicBezTo>
                <a:lnTo>
                  <a:pt x="1117566" y="27431"/>
                </a:lnTo>
                <a:cubicBezTo>
                  <a:pt x="1154596" y="-9604"/>
                  <a:pt x="1214624" y="-9637"/>
                  <a:pt x="1251651" y="27371"/>
                </a:cubicBezTo>
                <a:cubicBezTo>
                  <a:pt x="1253179" y="28887"/>
                  <a:pt x="1254643" y="30462"/>
                  <a:pt x="1256039" y="32085"/>
                </a:cubicBezTo>
                <a:cubicBezTo>
                  <a:pt x="1726301" y="573136"/>
                  <a:pt x="2007696" y="1252533"/>
                  <a:pt x="2057687" y="1967636"/>
                </a:cubicBezTo>
                <a:cubicBezTo>
                  <a:pt x="2057622" y="1967968"/>
                  <a:pt x="2057622" y="1968301"/>
                  <a:pt x="2057687" y="1968633"/>
                </a:cubicBezTo>
                <a:cubicBezTo>
                  <a:pt x="2061144" y="2020319"/>
                  <a:pt x="2022056" y="2065025"/>
                  <a:pt x="1970338" y="2068475"/>
                </a:cubicBezTo>
                <a:cubicBezTo>
                  <a:pt x="1968209" y="2068615"/>
                  <a:pt x="1966148" y="2068681"/>
                  <a:pt x="1964022" y="2068681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1C198-9DC1-CDEE-600A-91804FBD8B18}"/>
              </a:ext>
            </a:extLst>
          </p:cNvPr>
          <p:cNvSpPr txBox="1"/>
          <p:nvPr/>
        </p:nvSpPr>
        <p:spPr>
          <a:xfrm>
            <a:off x="3511547" y="617334"/>
            <a:ext cx="51689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S.W.O.T Analysis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BA41AF3-CD75-3F31-2C95-EA93ED83C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48276" y="3208480"/>
            <a:ext cx="457200" cy="457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FB705E7-26BB-041A-B5EB-806ABCF796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7776" y="3208480"/>
            <a:ext cx="457200" cy="4572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16D6DEB-A1A4-C0FE-9EA5-08D3C1180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8026" y="3208480"/>
            <a:ext cx="457200" cy="4572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96DB931-66ED-FA4A-EECD-4904CD4D97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87527" y="3208480"/>
            <a:ext cx="456308" cy="457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670E28F-62E1-0AFE-7595-28C759858EBD}"/>
              </a:ext>
            </a:extLst>
          </p:cNvPr>
          <p:cNvSpPr txBox="1"/>
          <p:nvPr/>
        </p:nvSpPr>
        <p:spPr>
          <a:xfrm>
            <a:off x="1924669" y="4565625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7B9B6B-D11A-7F82-1C8D-23EA2F87528C}"/>
              </a:ext>
            </a:extLst>
          </p:cNvPr>
          <p:cNvSpPr txBox="1"/>
          <p:nvPr/>
        </p:nvSpPr>
        <p:spPr>
          <a:xfrm>
            <a:off x="1346214" y="4858013"/>
            <a:ext cx="2061324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9955EF-AE1B-8318-D703-53EFFC88A3E6}"/>
              </a:ext>
            </a:extLst>
          </p:cNvPr>
          <p:cNvSpPr txBox="1"/>
          <p:nvPr/>
        </p:nvSpPr>
        <p:spPr>
          <a:xfrm>
            <a:off x="4336944" y="4565625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CC9B87-5B8C-577A-F0A2-2B9F41E706A0}"/>
              </a:ext>
            </a:extLst>
          </p:cNvPr>
          <p:cNvSpPr txBox="1"/>
          <p:nvPr/>
        </p:nvSpPr>
        <p:spPr>
          <a:xfrm>
            <a:off x="3825815" y="4858013"/>
            <a:ext cx="2061324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4EFA68-E134-BFFB-F40E-88F23B2BDC0B}"/>
              </a:ext>
            </a:extLst>
          </p:cNvPr>
          <p:cNvSpPr txBox="1"/>
          <p:nvPr/>
        </p:nvSpPr>
        <p:spPr>
          <a:xfrm>
            <a:off x="6747617" y="4565625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DD0540-BCA9-1249-1429-966314603FDC}"/>
              </a:ext>
            </a:extLst>
          </p:cNvPr>
          <p:cNvSpPr txBox="1"/>
          <p:nvPr/>
        </p:nvSpPr>
        <p:spPr>
          <a:xfrm>
            <a:off x="6305417" y="4858013"/>
            <a:ext cx="2061324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4E84C1-CF54-CBCC-D633-23BAE8F2FF1A}"/>
              </a:ext>
            </a:extLst>
          </p:cNvPr>
          <p:cNvSpPr txBox="1"/>
          <p:nvPr/>
        </p:nvSpPr>
        <p:spPr>
          <a:xfrm>
            <a:off x="9450837" y="4565625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931009-3DB6-A7BF-96BC-419A021B9A6B}"/>
              </a:ext>
            </a:extLst>
          </p:cNvPr>
          <p:cNvSpPr txBox="1"/>
          <p:nvPr/>
        </p:nvSpPr>
        <p:spPr>
          <a:xfrm>
            <a:off x="8785019" y="4858013"/>
            <a:ext cx="2061324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0624B5-564E-FFBB-C97F-683E8A6516EB}"/>
              </a:ext>
            </a:extLst>
          </p:cNvPr>
          <p:cNvSpPr txBox="1"/>
          <p:nvPr/>
        </p:nvSpPr>
        <p:spPr>
          <a:xfrm>
            <a:off x="4909666" y="1386775"/>
            <a:ext cx="23726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defRPr>
            </a:lvl1pPr>
          </a:lstStyle>
          <a:p>
            <a:r>
              <a:rPr lang="en-US" sz="1300">
                <a:latin typeface="Bricolage Grotesque" panose="020B0605040402000204" pitchFamily="34" charset="0"/>
              </a:rPr>
              <a:t>SWOT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24954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4636A90-417B-F7E8-476B-7114E9AB5ACA}"/>
              </a:ext>
            </a:extLst>
          </p:cNvPr>
          <p:cNvSpPr/>
          <p:nvPr/>
        </p:nvSpPr>
        <p:spPr>
          <a:xfrm>
            <a:off x="6204217" y="557190"/>
            <a:ext cx="2535520" cy="2535519"/>
          </a:xfrm>
          <a:custGeom>
            <a:avLst/>
            <a:gdLst>
              <a:gd name="connsiteX0" fmla="*/ 210367 w 2436897"/>
              <a:gd name="connsiteY0" fmla="*/ 1856138 h 2436896"/>
              <a:gd name="connsiteX1" fmla="*/ 578182 w 2436897"/>
              <a:gd name="connsiteY1" fmla="*/ 2223953 h 2436896"/>
              <a:gd name="connsiteX2" fmla="*/ 907978 w 2436897"/>
              <a:gd name="connsiteY2" fmla="*/ 2433918 h 2436896"/>
              <a:gd name="connsiteX3" fmla="*/ 2073004 w 2436897"/>
              <a:gd name="connsiteY3" fmla="*/ 2433918 h 2436896"/>
              <a:gd name="connsiteX4" fmla="*/ 2428804 w 2436897"/>
              <a:gd name="connsiteY4" fmla="*/ 1992612 h 2436896"/>
              <a:gd name="connsiteX5" fmla="*/ 441552 w 2436897"/>
              <a:gd name="connsiteY5" fmla="*/ 5308 h 2436896"/>
              <a:gd name="connsiteX6" fmla="*/ 194 w 2436897"/>
              <a:gd name="connsiteY6" fmla="*/ 361109 h 2436896"/>
              <a:gd name="connsiteX7" fmla="*/ 194 w 2436897"/>
              <a:gd name="connsiteY7" fmla="*/ 1526134 h 2436896"/>
              <a:gd name="connsiteX8" fmla="*/ 210367 w 2436897"/>
              <a:gd name="connsiteY8" fmla="*/ 1856138 h 2436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6897" h="2436896">
                <a:moveTo>
                  <a:pt x="210367" y="1856138"/>
                </a:moveTo>
                <a:cubicBezTo>
                  <a:pt x="372638" y="1931345"/>
                  <a:pt x="502970" y="2061682"/>
                  <a:pt x="578182" y="2223953"/>
                </a:cubicBezTo>
                <a:cubicBezTo>
                  <a:pt x="637843" y="2352211"/>
                  <a:pt x="766537" y="2434127"/>
                  <a:pt x="907978" y="2433918"/>
                </a:cubicBezTo>
                <a:lnTo>
                  <a:pt x="2073004" y="2433918"/>
                </a:lnTo>
                <a:cubicBezTo>
                  <a:pt x="2305177" y="2433918"/>
                  <a:pt x="2477538" y="2219637"/>
                  <a:pt x="2428804" y="1992612"/>
                </a:cubicBezTo>
                <a:cubicBezTo>
                  <a:pt x="2214253" y="997348"/>
                  <a:pt x="1436822" y="219902"/>
                  <a:pt x="441552" y="5308"/>
                </a:cubicBezTo>
                <a:cubicBezTo>
                  <a:pt x="214528" y="-43426"/>
                  <a:pt x="194" y="128936"/>
                  <a:pt x="194" y="361109"/>
                </a:cubicBezTo>
                <a:lnTo>
                  <a:pt x="194" y="1526134"/>
                </a:lnTo>
                <a:cubicBezTo>
                  <a:pt x="-61" y="1667705"/>
                  <a:pt x="81975" y="1796482"/>
                  <a:pt x="210367" y="1856138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A64188B-E4C5-7DD2-968A-BC09D1827882}"/>
              </a:ext>
            </a:extLst>
          </p:cNvPr>
          <p:cNvSpPr/>
          <p:nvPr/>
        </p:nvSpPr>
        <p:spPr>
          <a:xfrm>
            <a:off x="3452671" y="3309169"/>
            <a:ext cx="2535305" cy="2535791"/>
          </a:xfrm>
          <a:custGeom>
            <a:avLst/>
            <a:gdLst>
              <a:gd name="connsiteX0" fmla="*/ 2226918 w 2436690"/>
              <a:gd name="connsiteY0" fmla="*/ 574802 h 2437157"/>
              <a:gd name="connsiteX1" fmla="*/ 1859102 w 2436690"/>
              <a:gd name="connsiteY1" fmla="*/ 206987 h 2437157"/>
              <a:gd name="connsiteX2" fmla="*/ 1529307 w 2436690"/>
              <a:gd name="connsiteY2" fmla="*/ -2978 h 2437157"/>
              <a:gd name="connsiteX3" fmla="*/ 364281 w 2436690"/>
              <a:gd name="connsiteY3" fmla="*/ -2978 h 2437157"/>
              <a:gd name="connsiteX4" fmla="*/ 8480 w 2436690"/>
              <a:gd name="connsiteY4" fmla="*/ 438380 h 2437157"/>
              <a:gd name="connsiteX5" fmla="*/ 1995525 w 2436690"/>
              <a:gd name="connsiteY5" fmla="*/ 2425892 h 2437157"/>
              <a:gd name="connsiteX6" fmla="*/ 2436882 w 2436690"/>
              <a:gd name="connsiteY6" fmla="*/ 2070092 h 2437157"/>
              <a:gd name="connsiteX7" fmla="*/ 2436882 w 2436690"/>
              <a:gd name="connsiteY7" fmla="*/ 905066 h 2437157"/>
              <a:gd name="connsiteX8" fmla="*/ 2226918 w 2436690"/>
              <a:gd name="connsiteY8" fmla="*/ 574802 h 2437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6690" h="2437157">
                <a:moveTo>
                  <a:pt x="2226918" y="574802"/>
                </a:moveTo>
                <a:cubicBezTo>
                  <a:pt x="2064646" y="499595"/>
                  <a:pt x="1934314" y="369258"/>
                  <a:pt x="1859102" y="206987"/>
                </a:cubicBezTo>
                <a:cubicBezTo>
                  <a:pt x="1799442" y="78730"/>
                  <a:pt x="1670748" y="-3186"/>
                  <a:pt x="1529307" y="-2978"/>
                </a:cubicBezTo>
                <a:lnTo>
                  <a:pt x="364281" y="-2978"/>
                </a:lnTo>
                <a:cubicBezTo>
                  <a:pt x="132108" y="-2978"/>
                  <a:pt x="-40253" y="211355"/>
                  <a:pt x="8480" y="438380"/>
                </a:cubicBezTo>
                <a:cubicBezTo>
                  <a:pt x="222943" y="1433696"/>
                  <a:pt x="1000284" y="2211195"/>
                  <a:pt x="1995525" y="2425892"/>
                </a:cubicBezTo>
                <a:cubicBezTo>
                  <a:pt x="2222549" y="2474626"/>
                  <a:pt x="2436882" y="2302264"/>
                  <a:pt x="2436882" y="2070092"/>
                </a:cubicBezTo>
                <a:lnTo>
                  <a:pt x="2436882" y="905066"/>
                </a:lnTo>
                <a:cubicBezTo>
                  <a:pt x="2437278" y="763443"/>
                  <a:pt x="2355315" y="634510"/>
                  <a:pt x="2226918" y="574802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790B033-9965-54C0-2892-EE9523C64A3B}"/>
              </a:ext>
            </a:extLst>
          </p:cNvPr>
          <p:cNvSpPr/>
          <p:nvPr/>
        </p:nvSpPr>
        <p:spPr>
          <a:xfrm>
            <a:off x="3452455" y="557190"/>
            <a:ext cx="2535519" cy="2535519"/>
          </a:xfrm>
          <a:custGeom>
            <a:avLst/>
            <a:gdLst>
              <a:gd name="connsiteX0" fmla="*/ 1995733 w 2436896"/>
              <a:gd name="connsiteY0" fmla="*/ 5308 h 2436896"/>
              <a:gd name="connsiteX1" fmla="*/ 8480 w 2436896"/>
              <a:gd name="connsiteY1" fmla="*/ 1992560 h 2436896"/>
              <a:gd name="connsiteX2" fmla="*/ 364281 w 2436896"/>
              <a:gd name="connsiteY2" fmla="*/ 2433918 h 2436896"/>
              <a:gd name="connsiteX3" fmla="*/ 1529306 w 2436896"/>
              <a:gd name="connsiteY3" fmla="*/ 2433918 h 2436896"/>
              <a:gd name="connsiteX4" fmla="*/ 1859102 w 2436896"/>
              <a:gd name="connsiteY4" fmla="*/ 2223953 h 2436896"/>
              <a:gd name="connsiteX5" fmla="*/ 2226918 w 2436896"/>
              <a:gd name="connsiteY5" fmla="*/ 1856138 h 2436896"/>
              <a:gd name="connsiteX6" fmla="*/ 2437090 w 2436896"/>
              <a:gd name="connsiteY6" fmla="*/ 1526342 h 2436896"/>
              <a:gd name="connsiteX7" fmla="*/ 2437090 w 2436896"/>
              <a:gd name="connsiteY7" fmla="*/ 361316 h 2436896"/>
              <a:gd name="connsiteX8" fmla="*/ 1995733 w 2436896"/>
              <a:gd name="connsiteY8" fmla="*/ 5308 h 2436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6896" h="2436896">
                <a:moveTo>
                  <a:pt x="1995733" y="5308"/>
                </a:moveTo>
                <a:cubicBezTo>
                  <a:pt x="1000484" y="219901"/>
                  <a:pt x="223063" y="997296"/>
                  <a:pt x="8480" y="1992560"/>
                </a:cubicBezTo>
                <a:cubicBezTo>
                  <a:pt x="-40254" y="2219585"/>
                  <a:pt x="132108" y="2433918"/>
                  <a:pt x="364281" y="2433918"/>
                </a:cubicBezTo>
                <a:lnTo>
                  <a:pt x="1529306" y="2433918"/>
                </a:lnTo>
                <a:cubicBezTo>
                  <a:pt x="1670748" y="2434126"/>
                  <a:pt x="1799442" y="2352210"/>
                  <a:pt x="1859102" y="2223953"/>
                </a:cubicBezTo>
                <a:cubicBezTo>
                  <a:pt x="1934314" y="2061681"/>
                  <a:pt x="2064646" y="1931345"/>
                  <a:pt x="2226918" y="1856138"/>
                </a:cubicBezTo>
                <a:cubicBezTo>
                  <a:pt x="2355242" y="1796534"/>
                  <a:pt x="2437267" y="1667809"/>
                  <a:pt x="2437090" y="1526342"/>
                </a:cubicBezTo>
                <a:lnTo>
                  <a:pt x="2437090" y="361316"/>
                </a:lnTo>
                <a:cubicBezTo>
                  <a:pt x="2437090" y="128936"/>
                  <a:pt x="2222757" y="-43426"/>
                  <a:pt x="1995733" y="530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F165551-00FA-5377-5351-9E909F11F59F}"/>
              </a:ext>
            </a:extLst>
          </p:cNvPr>
          <p:cNvSpPr/>
          <p:nvPr/>
        </p:nvSpPr>
        <p:spPr>
          <a:xfrm>
            <a:off x="6204434" y="3309169"/>
            <a:ext cx="2535707" cy="2535303"/>
          </a:xfrm>
          <a:custGeom>
            <a:avLst/>
            <a:gdLst>
              <a:gd name="connsiteX0" fmla="*/ 2073003 w 2437077"/>
              <a:gd name="connsiteY0" fmla="*/ -2978 h 2436688"/>
              <a:gd name="connsiteX1" fmla="*/ 907978 w 2437077"/>
              <a:gd name="connsiteY1" fmla="*/ -2978 h 2436688"/>
              <a:gd name="connsiteX2" fmla="*/ 578182 w 2437077"/>
              <a:gd name="connsiteY2" fmla="*/ 206987 h 2436688"/>
              <a:gd name="connsiteX3" fmla="*/ 210367 w 2437077"/>
              <a:gd name="connsiteY3" fmla="*/ 574802 h 2436688"/>
              <a:gd name="connsiteX4" fmla="*/ 194 w 2437077"/>
              <a:gd name="connsiteY4" fmla="*/ 904598 h 2436688"/>
              <a:gd name="connsiteX5" fmla="*/ 194 w 2437077"/>
              <a:gd name="connsiteY5" fmla="*/ 2069623 h 2436688"/>
              <a:gd name="connsiteX6" fmla="*/ 441551 w 2437077"/>
              <a:gd name="connsiteY6" fmla="*/ 2425424 h 2436688"/>
              <a:gd name="connsiteX7" fmla="*/ 2429064 w 2437077"/>
              <a:gd name="connsiteY7" fmla="*/ 438328 h 2436688"/>
              <a:gd name="connsiteX8" fmla="*/ 2073003 w 2437077"/>
              <a:gd name="connsiteY8" fmla="*/ -2978 h 2436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7077" h="2436688">
                <a:moveTo>
                  <a:pt x="2073003" y="-2978"/>
                </a:moveTo>
                <a:lnTo>
                  <a:pt x="907978" y="-2978"/>
                </a:lnTo>
                <a:cubicBezTo>
                  <a:pt x="766536" y="-3186"/>
                  <a:pt x="637843" y="78730"/>
                  <a:pt x="578182" y="206987"/>
                </a:cubicBezTo>
                <a:cubicBezTo>
                  <a:pt x="502970" y="369258"/>
                  <a:pt x="372638" y="499595"/>
                  <a:pt x="210367" y="574802"/>
                </a:cubicBezTo>
                <a:cubicBezTo>
                  <a:pt x="82042" y="634406"/>
                  <a:pt x="17" y="763131"/>
                  <a:pt x="194" y="904598"/>
                </a:cubicBezTo>
                <a:lnTo>
                  <a:pt x="194" y="2069623"/>
                </a:lnTo>
                <a:cubicBezTo>
                  <a:pt x="194" y="2301796"/>
                  <a:pt x="214527" y="2474158"/>
                  <a:pt x="441551" y="2425424"/>
                </a:cubicBezTo>
                <a:cubicBezTo>
                  <a:pt x="1436868" y="2210986"/>
                  <a:pt x="2214408" y="1433592"/>
                  <a:pt x="2429064" y="438328"/>
                </a:cubicBezTo>
                <a:cubicBezTo>
                  <a:pt x="2477538" y="211303"/>
                  <a:pt x="2305176" y="-2978"/>
                  <a:pt x="2073003" y="-2978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8CA5-BCE6-4C59-1FB1-DA0BA7DEB9B5}"/>
              </a:ext>
            </a:extLst>
          </p:cNvPr>
          <p:cNvSpPr txBox="1"/>
          <p:nvPr/>
        </p:nvSpPr>
        <p:spPr>
          <a:xfrm rot="18600000">
            <a:off x="4193808" y="1464885"/>
            <a:ext cx="1997682" cy="1591693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>
            <a:defPPr>
              <a:defRPr lang="en-US"/>
            </a:defPPr>
            <a:lvl1pPr>
              <a:defRPr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/>
            <a:r>
              <a:rPr lang="en-US" sz="1600">
                <a:solidFill>
                  <a:schemeClr val="bg2"/>
                </a:solidFill>
              </a:rPr>
              <a:t>STRENGTH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731040-6CED-0367-6EF3-9EEA0C13ABB1}"/>
              </a:ext>
            </a:extLst>
          </p:cNvPr>
          <p:cNvSpPr txBox="1"/>
          <p:nvPr/>
        </p:nvSpPr>
        <p:spPr>
          <a:xfrm rot="3000000">
            <a:off x="6000742" y="1464884"/>
            <a:ext cx="1997682" cy="1591693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>
            <a:defPPr>
              <a:defRPr lang="en-US"/>
            </a:defPPr>
            <a:lvl1pPr>
              <a:defRPr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/>
            <a:r>
              <a:rPr lang="en-US" sz="1600">
                <a:solidFill>
                  <a:schemeClr val="bg2"/>
                </a:solidFill>
              </a:rPr>
              <a:t>WEAKNESS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024F1C-CD6B-C1E4-5175-613142706862}"/>
              </a:ext>
            </a:extLst>
          </p:cNvPr>
          <p:cNvSpPr txBox="1"/>
          <p:nvPr/>
        </p:nvSpPr>
        <p:spPr>
          <a:xfrm rot="13800000">
            <a:off x="4194003" y="3345575"/>
            <a:ext cx="1997682" cy="1591693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>
            <a:defPPr>
              <a:defRPr lang="en-US"/>
            </a:defPPr>
            <a:lvl1pPr>
              <a:defRPr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/>
            <a:r>
              <a:rPr lang="en-US" sz="1600">
                <a:solidFill>
                  <a:schemeClr val="bg2"/>
                </a:solidFill>
              </a:rPr>
              <a:t>THREAT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969D77-E1D5-9814-CCB5-F6AA97E27E4A}"/>
              </a:ext>
            </a:extLst>
          </p:cNvPr>
          <p:cNvSpPr txBox="1"/>
          <p:nvPr/>
        </p:nvSpPr>
        <p:spPr>
          <a:xfrm rot="7800000">
            <a:off x="6001105" y="3345575"/>
            <a:ext cx="1997682" cy="1591693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>
            <a:defPPr>
              <a:defRPr lang="en-US"/>
            </a:defPPr>
            <a:lvl1pPr>
              <a:defRPr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/>
            <a:r>
              <a:rPr lang="en-US" sz="1600">
                <a:solidFill>
                  <a:schemeClr val="bg2"/>
                </a:solidFill>
              </a:rPr>
              <a:t>OPPORTUNITY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0464B5B-B10E-0FD6-ECBD-DF7DE9AE75A8}"/>
              </a:ext>
            </a:extLst>
          </p:cNvPr>
          <p:cNvSpPr/>
          <p:nvPr/>
        </p:nvSpPr>
        <p:spPr>
          <a:xfrm>
            <a:off x="4449332" y="1554276"/>
            <a:ext cx="3293336" cy="3293336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  <a:effectLst>
            <a:outerShdw blurRad="381000" dist="127000" dir="5400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E9EC77E-9DD6-1A06-8B9B-FE4B53E52D5E}"/>
              </a:ext>
            </a:extLst>
          </p:cNvPr>
          <p:cNvSpPr txBox="1"/>
          <p:nvPr/>
        </p:nvSpPr>
        <p:spPr>
          <a:xfrm>
            <a:off x="2039321" y="1261888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E1C9E1-C1C1-54C4-4105-F0A6E0C1E3BA}"/>
              </a:ext>
            </a:extLst>
          </p:cNvPr>
          <p:cNvSpPr txBox="1"/>
          <p:nvPr/>
        </p:nvSpPr>
        <p:spPr>
          <a:xfrm>
            <a:off x="749299" y="1554276"/>
            <a:ext cx="2194435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consectetur adipiscing sed do eiusmod tempor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878CB81-F34E-0F7C-9510-97B7D05A962B}"/>
              </a:ext>
            </a:extLst>
          </p:cNvPr>
          <p:cNvSpPr txBox="1"/>
          <p:nvPr/>
        </p:nvSpPr>
        <p:spPr>
          <a:xfrm>
            <a:off x="9248265" y="1261888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B41CC2-BD37-3E9C-91B6-889A674B175F}"/>
              </a:ext>
            </a:extLst>
          </p:cNvPr>
          <p:cNvSpPr txBox="1"/>
          <p:nvPr/>
        </p:nvSpPr>
        <p:spPr>
          <a:xfrm>
            <a:off x="9248265" y="1554276"/>
            <a:ext cx="2194435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consectetur adipiscing sed do eiusmod tempor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B5CDFDA-0C44-EED1-6D94-F3E538346A08}"/>
              </a:ext>
            </a:extLst>
          </p:cNvPr>
          <p:cNvSpPr txBox="1"/>
          <p:nvPr/>
        </p:nvSpPr>
        <p:spPr>
          <a:xfrm>
            <a:off x="2214048" y="4055151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7502301-DEF1-AD4C-3CED-9D3D63CA9938}"/>
              </a:ext>
            </a:extLst>
          </p:cNvPr>
          <p:cNvSpPr txBox="1"/>
          <p:nvPr/>
        </p:nvSpPr>
        <p:spPr>
          <a:xfrm>
            <a:off x="749299" y="4347539"/>
            <a:ext cx="2194436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consectetur adipiscing sed do eiusmod tempor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B22E00A-97ED-33A2-3CCF-C2138AAB8401}"/>
              </a:ext>
            </a:extLst>
          </p:cNvPr>
          <p:cNvSpPr txBox="1"/>
          <p:nvPr/>
        </p:nvSpPr>
        <p:spPr>
          <a:xfrm>
            <a:off x="9248265" y="4055151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7743AE7-F1CE-C9AC-362E-92EA2B2DAF14}"/>
              </a:ext>
            </a:extLst>
          </p:cNvPr>
          <p:cNvSpPr txBox="1"/>
          <p:nvPr/>
        </p:nvSpPr>
        <p:spPr>
          <a:xfrm>
            <a:off x="9248265" y="4347539"/>
            <a:ext cx="2194435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consectetur adipiscing sed do eiusmod tempor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BD67EC-A861-7895-D57E-1F34312045C0}"/>
              </a:ext>
            </a:extLst>
          </p:cNvPr>
          <p:cNvSpPr txBox="1"/>
          <p:nvPr/>
        </p:nvSpPr>
        <p:spPr>
          <a:xfrm>
            <a:off x="4750544" y="2437883"/>
            <a:ext cx="26909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S.W.O.T Analysis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5AEF408-C232-0A03-859D-C77B48DC1F7B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2943735" y="1408082"/>
            <a:ext cx="923957" cy="0"/>
          </a:xfrm>
          <a:prstGeom prst="line">
            <a:avLst/>
          </a:prstGeom>
          <a:ln w="12700" cap="rnd">
            <a:solidFill>
              <a:schemeClr val="accent1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63FB86-D192-BEFA-28EC-2FCC3B15B651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2943735" y="4201345"/>
            <a:ext cx="508720" cy="0"/>
          </a:xfrm>
          <a:prstGeom prst="line">
            <a:avLst/>
          </a:prstGeom>
          <a:ln w="12700" cap="rnd">
            <a:solidFill>
              <a:schemeClr val="accent4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FCA77C-6A10-31B0-8415-E5589EE067DE}"/>
              </a:ext>
            </a:extLst>
          </p:cNvPr>
          <p:cNvCxnSpPr>
            <a:cxnSpLocks/>
            <a:stCxn id="77" idx="1"/>
          </p:cNvCxnSpPr>
          <p:nvPr/>
        </p:nvCxnSpPr>
        <p:spPr>
          <a:xfrm flipH="1">
            <a:off x="8324308" y="1408082"/>
            <a:ext cx="923957" cy="0"/>
          </a:xfrm>
          <a:prstGeom prst="line">
            <a:avLst/>
          </a:prstGeom>
          <a:ln w="12700" cap="rnd">
            <a:solidFill>
              <a:schemeClr val="accent2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615D9B-37AF-E78C-3A88-6315B843F0F1}"/>
              </a:ext>
            </a:extLst>
          </p:cNvPr>
          <p:cNvCxnSpPr>
            <a:cxnSpLocks/>
            <a:stCxn id="83" idx="1"/>
          </p:cNvCxnSpPr>
          <p:nvPr/>
        </p:nvCxnSpPr>
        <p:spPr>
          <a:xfrm flipH="1">
            <a:off x="8739545" y="4201345"/>
            <a:ext cx="508720" cy="0"/>
          </a:xfrm>
          <a:prstGeom prst="line">
            <a:avLst/>
          </a:prstGeom>
          <a:ln w="12700" cap="rnd">
            <a:solidFill>
              <a:schemeClr val="accent3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49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11A2396F-DA05-1C2E-2DCB-36B3A2B337D0}"/>
              </a:ext>
            </a:extLst>
          </p:cNvPr>
          <p:cNvSpPr/>
          <p:nvPr/>
        </p:nvSpPr>
        <p:spPr>
          <a:xfrm>
            <a:off x="2429592" y="0"/>
            <a:ext cx="9762408" cy="6858000"/>
          </a:xfrm>
          <a:custGeom>
            <a:avLst/>
            <a:gdLst>
              <a:gd name="connsiteX0" fmla="*/ 0 w 9762408"/>
              <a:gd name="connsiteY0" fmla="*/ 0 h 6858000"/>
              <a:gd name="connsiteX1" fmla="*/ 9762408 w 9762408"/>
              <a:gd name="connsiteY1" fmla="*/ 0 h 6858000"/>
              <a:gd name="connsiteX2" fmla="*/ 9762408 w 9762408"/>
              <a:gd name="connsiteY2" fmla="*/ 6858000 h 6858000"/>
              <a:gd name="connsiteX3" fmla="*/ 8029780 w 9762408"/>
              <a:gd name="connsiteY3" fmla="*/ 6858000 h 6858000"/>
              <a:gd name="connsiteX4" fmla="*/ 8042884 w 9762408"/>
              <a:gd name="connsiteY4" fmla="*/ 6722782 h 6858000"/>
              <a:gd name="connsiteX5" fmla="*/ 8053488 w 9762408"/>
              <a:gd name="connsiteY5" fmla="*/ 6393760 h 6858000"/>
              <a:gd name="connsiteX6" fmla="*/ 324290 w 9762408"/>
              <a:gd name="connsiteY6" fmla="*/ 8320 h 6858000"/>
              <a:gd name="connsiteX7" fmla="*/ 0 w 9762408"/>
              <a:gd name="connsiteY7" fmla="*/ 18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762408" h="6858000">
                <a:moveTo>
                  <a:pt x="0" y="0"/>
                </a:moveTo>
                <a:lnTo>
                  <a:pt x="9762408" y="0"/>
                </a:lnTo>
                <a:lnTo>
                  <a:pt x="9762408" y="6858000"/>
                </a:lnTo>
                <a:lnTo>
                  <a:pt x="8029780" y="6858000"/>
                </a:lnTo>
                <a:lnTo>
                  <a:pt x="8042884" y="6722782"/>
                </a:lnTo>
                <a:cubicBezTo>
                  <a:pt x="8049925" y="6613806"/>
                  <a:pt x="8053488" y="6504109"/>
                  <a:pt x="8053488" y="6393760"/>
                </a:cubicBezTo>
                <a:cubicBezTo>
                  <a:pt x="8053488" y="2972934"/>
                  <a:pt x="4629722" y="179565"/>
                  <a:pt x="324290" y="8320"/>
                </a:cubicBezTo>
                <a:lnTo>
                  <a:pt x="0" y="1886"/>
                </a:lnTo>
                <a:close/>
              </a:path>
            </a:pathLst>
          </a:custGeom>
          <a:gradFill flip="none" rotWithShape="1">
            <a:gsLst>
              <a:gs pos="80000">
                <a:schemeClr val="accent2"/>
              </a:gs>
              <a:gs pos="2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1950B32-5B28-751F-AFCA-90F395552DE6}"/>
              </a:ext>
            </a:extLst>
          </p:cNvPr>
          <p:cNvSpPr/>
          <p:nvPr/>
        </p:nvSpPr>
        <p:spPr>
          <a:xfrm>
            <a:off x="1" y="4513669"/>
            <a:ext cx="4183506" cy="2344332"/>
          </a:xfrm>
          <a:custGeom>
            <a:avLst/>
            <a:gdLst>
              <a:gd name="connsiteX0" fmla="*/ 5450877 w 5450877"/>
              <a:gd name="connsiteY0" fmla="*/ 3052556 h 3054535"/>
              <a:gd name="connsiteX1" fmla="*/ 5450877 w 5450877"/>
              <a:gd name="connsiteY1" fmla="*/ 3054535 h 3054535"/>
              <a:gd name="connsiteX2" fmla="*/ 5373724 w 5450877"/>
              <a:gd name="connsiteY2" fmla="*/ 3054535 h 3054535"/>
              <a:gd name="connsiteX3" fmla="*/ 0 w 5450877"/>
              <a:gd name="connsiteY3" fmla="*/ 0 h 3054535"/>
              <a:gd name="connsiteX4" fmla="*/ 148841 w 5450877"/>
              <a:gd name="connsiteY4" fmla="*/ 235587 h 3054535"/>
              <a:gd name="connsiteX5" fmla="*/ 5373724 w 5450877"/>
              <a:gd name="connsiteY5" fmla="*/ 3054535 h 3054535"/>
              <a:gd name="connsiteX6" fmla="*/ 0 w 5450877"/>
              <a:gd name="connsiteY6" fmla="*/ 3054535 h 305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0877" h="3054535">
                <a:moveTo>
                  <a:pt x="5450877" y="3052556"/>
                </a:moveTo>
                <a:lnTo>
                  <a:pt x="5450877" y="3054535"/>
                </a:lnTo>
                <a:lnTo>
                  <a:pt x="5373724" y="3054535"/>
                </a:lnTo>
                <a:close/>
                <a:moveTo>
                  <a:pt x="0" y="0"/>
                </a:moveTo>
                <a:lnTo>
                  <a:pt x="148841" y="235587"/>
                </a:lnTo>
                <a:cubicBezTo>
                  <a:pt x="1281175" y="1936338"/>
                  <a:pt x="3198760" y="3054535"/>
                  <a:pt x="5373724" y="3054535"/>
                </a:cubicBezTo>
                <a:lnTo>
                  <a:pt x="0" y="3054535"/>
                </a:lnTo>
                <a:close/>
              </a:path>
            </a:pathLst>
          </a:custGeom>
          <a:gradFill flip="none" rotWithShape="1">
            <a:gsLst>
              <a:gs pos="90000">
                <a:schemeClr val="accent4"/>
              </a:gs>
              <a:gs pos="20000">
                <a:schemeClr val="accent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20BD63-24DF-EFEA-F92B-5A016F863F84}"/>
              </a:ext>
            </a:extLst>
          </p:cNvPr>
          <p:cNvSpPr txBox="1"/>
          <p:nvPr/>
        </p:nvSpPr>
        <p:spPr>
          <a:xfrm>
            <a:off x="1236432" y="599741"/>
            <a:ext cx="37451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Infographic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A693C93-56A9-4989-BAC8-615D05B1F935}"/>
              </a:ext>
            </a:extLst>
          </p:cNvPr>
          <p:cNvSpPr/>
          <p:nvPr/>
        </p:nvSpPr>
        <p:spPr>
          <a:xfrm>
            <a:off x="2678557" y="2705725"/>
            <a:ext cx="3164205" cy="1446550"/>
          </a:xfrm>
          <a:prstGeom prst="roundRect">
            <a:avLst>
              <a:gd name="adj" fmla="val 10741"/>
            </a:avLst>
          </a:prstGeom>
          <a:solidFill>
            <a:schemeClr val="bg2"/>
          </a:solidFill>
          <a:ln w="6350" cap="flat">
            <a:solidFill>
              <a:schemeClr val="accent1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1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DF5676-A551-6835-BFC7-B50BA8358C5F}"/>
              </a:ext>
            </a:extLst>
          </p:cNvPr>
          <p:cNvSpPr/>
          <p:nvPr/>
        </p:nvSpPr>
        <p:spPr>
          <a:xfrm>
            <a:off x="2407748" y="2976036"/>
            <a:ext cx="541618" cy="541616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B5C3D-8E63-E9A9-3734-9C462E5E1A34}"/>
              </a:ext>
            </a:extLst>
          </p:cNvPr>
          <p:cNvSpPr txBox="1"/>
          <p:nvPr/>
        </p:nvSpPr>
        <p:spPr>
          <a:xfrm>
            <a:off x="3220176" y="2914071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C106C-C02D-B1F5-9A54-302FE19E30B5}"/>
              </a:ext>
            </a:extLst>
          </p:cNvPr>
          <p:cNvSpPr txBox="1"/>
          <p:nvPr/>
        </p:nvSpPr>
        <p:spPr>
          <a:xfrm>
            <a:off x="3220175" y="3166127"/>
            <a:ext cx="2455283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6E178D2-5BFA-1861-75FF-7B206D2AE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564756" y="3133043"/>
            <a:ext cx="227600" cy="2276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D033DD-7D43-0570-062C-AC96DF99AD7E}"/>
              </a:ext>
            </a:extLst>
          </p:cNvPr>
          <p:cNvSpPr/>
          <p:nvPr/>
        </p:nvSpPr>
        <p:spPr>
          <a:xfrm>
            <a:off x="6487885" y="2705725"/>
            <a:ext cx="3164205" cy="1446550"/>
          </a:xfrm>
          <a:prstGeom prst="roundRect">
            <a:avLst>
              <a:gd name="adj" fmla="val 10741"/>
            </a:avLst>
          </a:prstGeom>
          <a:solidFill>
            <a:schemeClr val="bg2"/>
          </a:solidFill>
          <a:ln w="6350" cap="flat">
            <a:solidFill>
              <a:schemeClr val="accent2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2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E7C67E3-DEED-B40C-C2DA-6572AFA27B8B}"/>
              </a:ext>
            </a:extLst>
          </p:cNvPr>
          <p:cNvSpPr/>
          <p:nvPr/>
        </p:nvSpPr>
        <p:spPr>
          <a:xfrm>
            <a:off x="6217076" y="2976036"/>
            <a:ext cx="541618" cy="541616"/>
          </a:xfrm>
          <a:prstGeom prst="ellipse">
            <a:avLst/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8F925-8E79-1CC2-8702-C523D1AF5D76}"/>
              </a:ext>
            </a:extLst>
          </p:cNvPr>
          <p:cNvSpPr txBox="1"/>
          <p:nvPr/>
        </p:nvSpPr>
        <p:spPr>
          <a:xfrm>
            <a:off x="7029504" y="2914071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D93AD0-5563-E029-BBAD-22D5FB4F5843}"/>
              </a:ext>
            </a:extLst>
          </p:cNvPr>
          <p:cNvSpPr txBox="1"/>
          <p:nvPr/>
        </p:nvSpPr>
        <p:spPr>
          <a:xfrm>
            <a:off x="7029503" y="3166127"/>
            <a:ext cx="2455283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6C60F3C-85AF-9FA9-8B1B-E64F478304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74084" y="3133043"/>
            <a:ext cx="227600" cy="22760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86B538B-351B-6830-7709-A2219C71F07A}"/>
              </a:ext>
            </a:extLst>
          </p:cNvPr>
          <p:cNvSpPr/>
          <p:nvPr/>
        </p:nvSpPr>
        <p:spPr>
          <a:xfrm>
            <a:off x="4183507" y="4525000"/>
            <a:ext cx="3164205" cy="1446550"/>
          </a:xfrm>
          <a:prstGeom prst="roundRect">
            <a:avLst>
              <a:gd name="adj" fmla="val 10741"/>
            </a:avLst>
          </a:prstGeom>
          <a:solidFill>
            <a:schemeClr val="bg2"/>
          </a:solidFill>
          <a:ln w="6350" cap="flat">
            <a:solidFill>
              <a:schemeClr val="accent3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966296-140C-B3D7-AB7C-370B47B2F66C}"/>
              </a:ext>
            </a:extLst>
          </p:cNvPr>
          <p:cNvSpPr/>
          <p:nvPr/>
        </p:nvSpPr>
        <p:spPr>
          <a:xfrm>
            <a:off x="3912698" y="4795311"/>
            <a:ext cx="541618" cy="541616"/>
          </a:xfrm>
          <a:prstGeom prst="ellipse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01FCA9-D746-AD95-6254-E85AAA0B03CB}"/>
              </a:ext>
            </a:extLst>
          </p:cNvPr>
          <p:cNvSpPr txBox="1"/>
          <p:nvPr/>
        </p:nvSpPr>
        <p:spPr>
          <a:xfrm>
            <a:off x="4725126" y="4733346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3AF07-6BDE-22D1-C225-FB44025D52DB}"/>
              </a:ext>
            </a:extLst>
          </p:cNvPr>
          <p:cNvSpPr txBox="1"/>
          <p:nvPr/>
        </p:nvSpPr>
        <p:spPr>
          <a:xfrm>
            <a:off x="4725125" y="4985402"/>
            <a:ext cx="2455283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B7FC539A-6716-F853-3BDF-98F2E8A935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069706" y="4952318"/>
            <a:ext cx="227600" cy="227600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2A0CF08-4F67-D66F-2552-51156C725DED}"/>
              </a:ext>
            </a:extLst>
          </p:cNvPr>
          <p:cNvSpPr/>
          <p:nvPr/>
        </p:nvSpPr>
        <p:spPr>
          <a:xfrm>
            <a:off x="7992835" y="4525000"/>
            <a:ext cx="3164205" cy="1446550"/>
          </a:xfrm>
          <a:prstGeom prst="roundRect">
            <a:avLst>
              <a:gd name="adj" fmla="val 10741"/>
            </a:avLst>
          </a:prstGeom>
          <a:solidFill>
            <a:schemeClr val="bg2"/>
          </a:solidFill>
          <a:ln w="6350" cap="flat">
            <a:solidFill>
              <a:schemeClr val="accent4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4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E25543B-4013-4B46-1814-2B7B07130C75}"/>
              </a:ext>
            </a:extLst>
          </p:cNvPr>
          <p:cNvSpPr/>
          <p:nvPr/>
        </p:nvSpPr>
        <p:spPr>
          <a:xfrm>
            <a:off x="7722026" y="4795311"/>
            <a:ext cx="541618" cy="541616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89F2B6-5C9D-F16A-A52E-D11EF9AC5FBE}"/>
              </a:ext>
            </a:extLst>
          </p:cNvPr>
          <p:cNvSpPr txBox="1"/>
          <p:nvPr/>
        </p:nvSpPr>
        <p:spPr>
          <a:xfrm>
            <a:off x="8534454" y="4733346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9B7652-F6AC-180A-A3FA-9A451015266F}"/>
              </a:ext>
            </a:extLst>
          </p:cNvPr>
          <p:cNvSpPr txBox="1"/>
          <p:nvPr/>
        </p:nvSpPr>
        <p:spPr>
          <a:xfrm>
            <a:off x="8534453" y="4985402"/>
            <a:ext cx="2455283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46BF5606-E937-785A-69A2-2B8F58BDB0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879256" y="4952318"/>
            <a:ext cx="227155" cy="22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5E5A5C-2449-A75D-5760-9B9E5220EEB1}"/>
              </a:ext>
            </a:extLst>
          </p:cNvPr>
          <p:cNvSpPr txBox="1"/>
          <p:nvPr/>
        </p:nvSpPr>
        <p:spPr>
          <a:xfrm>
            <a:off x="1232545" y="2046291"/>
            <a:ext cx="23726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defRPr>
            </a:lvl1pPr>
          </a:lstStyle>
          <a:p>
            <a:pPr algn="l"/>
            <a:r>
              <a:rPr lang="en-US" sz="1300">
                <a:latin typeface="Bricolage Grotesque" panose="020B0605040402000204" pitchFamily="34" charset="0"/>
              </a:rPr>
              <a:t>SWOT Presentation</a:t>
            </a:r>
          </a:p>
        </p:txBody>
      </p:sp>
    </p:spTree>
    <p:extLst>
      <p:ext uri="{BB962C8B-B14F-4D97-AF65-F5344CB8AC3E}">
        <p14:creationId xmlns:p14="http://schemas.microsoft.com/office/powerpoint/2010/main" val="613929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B085E17-EF0B-3759-55CD-E54A46A588D1}"/>
              </a:ext>
            </a:extLst>
          </p:cNvPr>
          <p:cNvSpPr/>
          <p:nvPr/>
        </p:nvSpPr>
        <p:spPr>
          <a:xfrm flipH="1">
            <a:off x="0" y="0"/>
            <a:ext cx="12192000" cy="6858001"/>
          </a:xfrm>
          <a:custGeom>
            <a:avLst/>
            <a:gdLst>
              <a:gd name="connsiteX0" fmla="*/ 5450877 w 5450877"/>
              <a:gd name="connsiteY0" fmla="*/ 3052556 h 3054535"/>
              <a:gd name="connsiteX1" fmla="*/ 5450877 w 5450877"/>
              <a:gd name="connsiteY1" fmla="*/ 3054535 h 3054535"/>
              <a:gd name="connsiteX2" fmla="*/ 5373724 w 5450877"/>
              <a:gd name="connsiteY2" fmla="*/ 3054535 h 3054535"/>
              <a:gd name="connsiteX3" fmla="*/ 0 w 5450877"/>
              <a:gd name="connsiteY3" fmla="*/ 0 h 3054535"/>
              <a:gd name="connsiteX4" fmla="*/ 148841 w 5450877"/>
              <a:gd name="connsiteY4" fmla="*/ 235587 h 3054535"/>
              <a:gd name="connsiteX5" fmla="*/ 5373724 w 5450877"/>
              <a:gd name="connsiteY5" fmla="*/ 3054535 h 3054535"/>
              <a:gd name="connsiteX6" fmla="*/ 0 w 5450877"/>
              <a:gd name="connsiteY6" fmla="*/ 3054535 h 305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0877" h="3054535">
                <a:moveTo>
                  <a:pt x="5450877" y="3052556"/>
                </a:moveTo>
                <a:lnTo>
                  <a:pt x="5450877" y="3054535"/>
                </a:lnTo>
                <a:lnTo>
                  <a:pt x="5373724" y="3054535"/>
                </a:lnTo>
                <a:close/>
                <a:moveTo>
                  <a:pt x="0" y="0"/>
                </a:moveTo>
                <a:lnTo>
                  <a:pt x="148841" y="235587"/>
                </a:lnTo>
                <a:cubicBezTo>
                  <a:pt x="1281175" y="1936338"/>
                  <a:pt x="3198760" y="3054535"/>
                  <a:pt x="5373724" y="3054535"/>
                </a:cubicBezTo>
                <a:lnTo>
                  <a:pt x="0" y="3054535"/>
                </a:lnTo>
                <a:close/>
              </a:path>
            </a:pathLst>
          </a:custGeom>
          <a:gradFill flip="none" rotWithShape="1">
            <a:gsLst>
              <a:gs pos="90000">
                <a:schemeClr val="accent4"/>
              </a:gs>
              <a:gs pos="65000">
                <a:schemeClr val="accent3"/>
              </a:gs>
              <a:gs pos="35000">
                <a:schemeClr val="accent2"/>
              </a:gs>
              <a:gs pos="2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87AF14-5B9E-15EE-A9D5-B8B975F5E7B5}"/>
              </a:ext>
            </a:extLst>
          </p:cNvPr>
          <p:cNvSpPr txBox="1"/>
          <p:nvPr/>
        </p:nvSpPr>
        <p:spPr>
          <a:xfrm>
            <a:off x="1232545" y="1427880"/>
            <a:ext cx="36577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Infographic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E3AA0F-0285-CB5B-496C-14F4E59B8C91}"/>
              </a:ext>
            </a:extLst>
          </p:cNvPr>
          <p:cNvSpPr/>
          <p:nvPr/>
        </p:nvSpPr>
        <p:spPr>
          <a:xfrm>
            <a:off x="5710529" y="1270624"/>
            <a:ext cx="2310448" cy="1911115"/>
          </a:xfrm>
          <a:prstGeom prst="roundRect">
            <a:avLst>
              <a:gd name="adj" fmla="val 10741"/>
            </a:avLst>
          </a:prstGeom>
          <a:solidFill>
            <a:schemeClr val="bg2"/>
          </a:solidFill>
          <a:ln w="6350" cap="flat">
            <a:solidFill>
              <a:schemeClr val="accent1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1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70FEE6-F301-2F1C-8064-12DF05F3210B}"/>
              </a:ext>
            </a:extLst>
          </p:cNvPr>
          <p:cNvSpPr/>
          <p:nvPr/>
        </p:nvSpPr>
        <p:spPr>
          <a:xfrm>
            <a:off x="6122844" y="999817"/>
            <a:ext cx="541618" cy="541616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EAB69-7EED-F0A4-B9B3-ACABAF1C4D29}"/>
              </a:ext>
            </a:extLst>
          </p:cNvPr>
          <p:cNvSpPr txBox="1"/>
          <p:nvPr/>
        </p:nvSpPr>
        <p:spPr>
          <a:xfrm>
            <a:off x="6017081" y="1699918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6F9A7B-ECC6-EEDA-CD4B-6C73890FA758}"/>
              </a:ext>
            </a:extLst>
          </p:cNvPr>
          <p:cNvSpPr txBox="1"/>
          <p:nvPr/>
        </p:nvSpPr>
        <p:spPr>
          <a:xfrm>
            <a:off x="6017081" y="1951974"/>
            <a:ext cx="1800172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323D902-87CE-98CB-730C-62562606D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79852" y="1156824"/>
            <a:ext cx="227600" cy="2276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51BAAF-47C0-161B-0552-951063D17DB8}"/>
              </a:ext>
            </a:extLst>
          </p:cNvPr>
          <p:cNvSpPr/>
          <p:nvPr/>
        </p:nvSpPr>
        <p:spPr>
          <a:xfrm>
            <a:off x="8475530" y="1270624"/>
            <a:ext cx="2310448" cy="1911115"/>
          </a:xfrm>
          <a:prstGeom prst="roundRect">
            <a:avLst>
              <a:gd name="adj" fmla="val 10741"/>
            </a:avLst>
          </a:prstGeom>
          <a:solidFill>
            <a:schemeClr val="bg2"/>
          </a:solidFill>
          <a:ln w="6350" cap="flat">
            <a:solidFill>
              <a:schemeClr val="accent2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2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8BD82E-3350-3ED0-74D2-7BA7D549A7E3}"/>
              </a:ext>
            </a:extLst>
          </p:cNvPr>
          <p:cNvSpPr/>
          <p:nvPr/>
        </p:nvSpPr>
        <p:spPr>
          <a:xfrm>
            <a:off x="8887845" y="999817"/>
            <a:ext cx="541618" cy="541616"/>
          </a:xfrm>
          <a:prstGeom prst="ellipse">
            <a:avLst/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0F4BF1-72FA-C22F-B130-17F4FFED801C}"/>
              </a:ext>
            </a:extLst>
          </p:cNvPr>
          <p:cNvSpPr txBox="1"/>
          <p:nvPr/>
        </p:nvSpPr>
        <p:spPr>
          <a:xfrm>
            <a:off x="8782082" y="1699918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4C968-6B71-FC8A-CDA8-10320387DC54}"/>
              </a:ext>
            </a:extLst>
          </p:cNvPr>
          <p:cNvSpPr txBox="1"/>
          <p:nvPr/>
        </p:nvSpPr>
        <p:spPr>
          <a:xfrm>
            <a:off x="8782082" y="1951974"/>
            <a:ext cx="1800172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AD93F40-A9EC-E690-CF67-EFD04A9B2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044853" y="1156824"/>
            <a:ext cx="227600" cy="2276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885D5D-EEFA-E69B-9D53-36325664CD33}"/>
              </a:ext>
            </a:extLst>
          </p:cNvPr>
          <p:cNvSpPr/>
          <p:nvPr/>
        </p:nvSpPr>
        <p:spPr>
          <a:xfrm>
            <a:off x="4400728" y="3873499"/>
            <a:ext cx="2310448" cy="1911115"/>
          </a:xfrm>
          <a:prstGeom prst="roundRect">
            <a:avLst>
              <a:gd name="adj" fmla="val 10741"/>
            </a:avLst>
          </a:prstGeom>
          <a:solidFill>
            <a:schemeClr val="bg2"/>
          </a:solidFill>
          <a:ln w="6350" cap="flat">
            <a:solidFill>
              <a:schemeClr val="accent3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701357B-F690-7EC7-09F8-86C8C11AB9E5}"/>
              </a:ext>
            </a:extLst>
          </p:cNvPr>
          <p:cNvSpPr/>
          <p:nvPr/>
        </p:nvSpPr>
        <p:spPr>
          <a:xfrm>
            <a:off x="4813043" y="3602692"/>
            <a:ext cx="541618" cy="541616"/>
          </a:xfrm>
          <a:prstGeom prst="ellipse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D04F8C-A2FF-2E83-8C52-67E062B26C19}"/>
              </a:ext>
            </a:extLst>
          </p:cNvPr>
          <p:cNvSpPr txBox="1"/>
          <p:nvPr/>
        </p:nvSpPr>
        <p:spPr>
          <a:xfrm>
            <a:off x="4707280" y="4302793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2A9144-D3CD-28B8-05CF-36920D1FF08F}"/>
              </a:ext>
            </a:extLst>
          </p:cNvPr>
          <p:cNvSpPr txBox="1"/>
          <p:nvPr/>
        </p:nvSpPr>
        <p:spPr>
          <a:xfrm>
            <a:off x="4707280" y="4554849"/>
            <a:ext cx="1800172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304BF98-0514-361E-00DE-60EB562D06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70051" y="3759699"/>
            <a:ext cx="227600" cy="2276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A30A760-2F75-3765-C1F1-A2B16837BB4E}"/>
              </a:ext>
            </a:extLst>
          </p:cNvPr>
          <p:cNvSpPr/>
          <p:nvPr/>
        </p:nvSpPr>
        <p:spPr>
          <a:xfrm>
            <a:off x="7165729" y="3873499"/>
            <a:ext cx="2310448" cy="1911115"/>
          </a:xfrm>
          <a:prstGeom prst="roundRect">
            <a:avLst>
              <a:gd name="adj" fmla="val 10741"/>
            </a:avLst>
          </a:prstGeom>
          <a:solidFill>
            <a:schemeClr val="bg2"/>
          </a:solidFill>
          <a:ln w="6350" cap="flat">
            <a:solidFill>
              <a:schemeClr val="accent4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4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4D251E-04E8-007A-8D5C-B58F26EEA5A3}"/>
              </a:ext>
            </a:extLst>
          </p:cNvPr>
          <p:cNvSpPr/>
          <p:nvPr/>
        </p:nvSpPr>
        <p:spPr>
          <a:xfrm>
            <a:off x="7578044" y="3602692"/>
            <a:ext cx="541618" cy="541616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58CD0F-AA51-7614-4313-A24137EACFC2}"/>
              </a:ext>
            </a:extLst>
          </p:cNvPr>
          <p:cNvSpPr txBox="1"/>
          <p:nvPr/>
        </p:nvSpPr>
        <p:spPr>
          <a:xfrm>
            <a:off x="7472281" y="4302793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C83BA5-83A8-35D4-2D7A-3C260704243A}"/>
              </a:ext>
            </a:extLst>
          </p:cNvPr>
          <p:cNvSpPr txBox="1"/>
          <p:nvPr/>
        </p:nvSpPr>
        <p:spPr>
          <a:xfrm>
            <a:off x="7472281" y="4554849"/>
            <a:ext cx="1800172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A7029AB5-9964-510D-98C7-754F8B8A03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735274" y="3759699"/>
            <a:ext cx="227155" cy="22760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02FB0C-002F-43C3-4F66-8C5FFA75E895}"/>
              </a:ext>
            </a:extLst>
          </p:cNvPr>
          <p:cNvCxnSpPr>
            <a:cxnSpLocks/>
          </p:cNvCxnSpPr>
          <p:nvPr/>
        </p:nvCxnSpPr>
        <p:spPr>
          <a:xfrm>
            <a:off x="1318982" y="4390536"/>
            <a:ext cx="2100493" cy="0"/>
          </a:xfrm>
          <a:prstGeom prst="line">
            <a:avLst/>
          </a:prstGeom>
          <a:solidFill>
            <a:schemeClr val="bg2"/>
          </a:solidFill>
          <a:ln w="12700" cap="flat">
            <a:gradFill flip="none" rotWithShape="1">
              <a:gsLst>
                <a:gs pos="33000">
                  <a:schemeClr val="accent2"/>
                </a:gs>
                <a:gs pos="68000">
                  <a:schemeClr val="accent3"/>
                </a:gs>
                <a:gs pos="0">
                  <a:schemeClr val="accent1"/>
                </a:gs>
                <a:gs pos="100000">
                  <a:schemeClr val="accent4"/>
                </a:gs>
              </a:gsLst>
              <a:lin ang="0" scaled="1"/>
              <a:tileRect/>
            </a:gradFill>
            <a:prstDash val="solid"/>
            <a:miter/>
          </a:ln>
          <a:effectLst>
            <a:outerShdw blurRad="381000" dist="127000" dir="5400000" algn="t" rotWithShape="0">
              <a:schemeClr val="accent1">
                <a:lumMod val="50000"/>
                <a:alpha val="10000"/>
              </a:schemeClr>
            </a:outerShdw>
          </a:effectLst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4296604-2D2C-7A62-2160-663240AC8054}"/>
              </a:ext>
            </a:extLst>
          </p:cNvPr>
          <p:cNvSpPr txBox="1"/>
          <p:nvPr/>
        </p:nvSpPr>
        <p:spPr>
          <a:xfrm>
            <a:off x="1232546" y="4468158"/>
            <a:ext cx="2186930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Lorem ipsum dolor sit tempor incididunt ut elit adipiscing enim ad minim veniam quis nostrud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EEE808-479F-FFAB-D707-4B8FF101AD39}"/>
              </a:ext>
            </a:extLst>
          </p:cNvPr>
          <p:cNvSpPr txBox="1"/>
          <p:nvPr/>
        </p:nvSpPr>
        <p:spPr>
          <a:xfrm>
            <a:off x="1232545" y="2874430"/>
            <a:ext cx="23726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defRPr>
            </a:lvl1pPr>
          </a:lstStyle>
          <a:p>
            <a:pPr algn="l"/>
            <a:r>
              <a:rPr lang="en-US" sz="1300">
                <a:latin typeface="Bricolage Grotesque" panose="020B0605040402000204" pitchFamily="34" charset="0"/>
              </a:rPr>
              <a:t>SWOT Presentation</a:t>
            </a:r>
          </a:p>
        </p:txBody>
      </p:sp>
    </p:spTree>
    <p:extLst>
      <p:ext uri="{BB962C8B-B14F-4D97-AF65-F5344CB8AC3E}">
        <p14:creationId xmlns:p14="http://schemas.microsoft.com/office/powerpoint/2010/main" val="400962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81">
            <a:extLst>
              <a:ext uri="{FF2B5EF4-FFF2-40B4-BE49-F238E27FC236}">
                <a16:creationId xmlns:a16="http://schemas.microsoft.com/office/drawing/2014/main" id="{A2D3C4E8-88C5-8487-ACB3-F588D7DD4CD0}"/>
              </a:ext>
            </a:extLst>
          </p:cNvPr>
          <p:cNvSpPr/>
          <p:nvPr/>
        </p:nvSpPr>
        <p:spPr>
          <a:xfrm>
            <a:off x="3485728" y="595680"/>
            <a:ext cx="5220546" cy="5220544"/>
          </a:xfrm>
          <a:prstGeom prst="ellipse">
            <a:avLst/>
          </a:prstGeom>
          <a:gradFill flip="none" rotWithShape="1">
            <a:gsLst>
              <a:gs pos="90000">
                <a:schemeClr val="accent4"/>
              </a:gs>
              <a:gs pos="65000">
                <a:schemeClr val="accent3"/>
              </a:gs>
              <a:gs pos="35000">
                <a:schemeClr val="accent2"/>
              </a:gs>
              <a:gs pos="2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B07E5F-5E05-3677-D525-313AB5CC58D6}"/>
              </a:ext>
            </a:extLst>
          </p:cNvPr>
          <p:cNvSpPr txBox="1"/>
          <p:nvPr/>
        </p:nvSpPr>
        <p:spPr>
          <a:xfrm>
            <a:off x="400887" y="542204"/>
            <a:ext cx="36241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Infographic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DA484C8-464D-C99A-D83E-71F296707F20}"/>
              </a:ext>
            </a:extLst>
          </p:cNvPr>
          <p:cNvCxnSpPr/>
          <p:nvPr/>
        </p:nvCxnSpPr>
        <p:spPr>
          <a:xfrm>
            <a:off x="8847797" y="4907135"/>
            <a:ext cx="2743200" cy="0"/>
          </a:xfrm>
          <a:prstGeom prst="line">
            <a:avLst/>
          </a:prstGeom>
          <a:solidFill>
            <a:schemeClr val="bg2"/>
          </a:solidFill>
          <a:ln w="12700" cap="flat">
            <a:gradFill flip="none" rotWithShape="1">
              <a:gsLst>
                <a:gs pos="33000">
                  <a:schemeClr val="accent2"/>
                </a:gs>
                <a:gs pos="68000">
                  <a:schemeClr val="accent3"/>
                </a:gs>
                <a:gs pos="0">
                  <a:schemeClr val="accent1"/>
                </a:gs>
                <a:gs pos="100000">
                  <a:schemeClr val="accent4"/>
                </a:gs>
              </a:gsLst>
              <a:lin ang="0" scaled="1"/>
              <a:tileRect/>
            </a:gradFill>
            <a:prstDash val="solid"/>
            <a:miter/>
          </a:ln>
          <a:effectLst>
            <a:outerShdw blurRad="381000" dist="127000" dir="5400000" algn="t" rotWithShape="0">
              <a:schemeClr val="accent1">
                <a:lumMod val="50000"/>
                <a:alpha val="10000"/>
              </a:schemeClr>
            </a:outerShdw>
          </a:effectLst>
        </p:spPr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5739F0C-5429-DC35-DA1B-8E1241F30D6B}"/>
              </a:ext>
            </a:extLst>
          </p:cNvPr>
          <p:cNvSpPr txBox="1"/>
          <p:nvPr/>
        </p:nvSpPr>
        <p:spPr>
          <a:xfrm>
            <a:off x="8761360" y="4984757"/>
            <a:ext cx="2941113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Lorem ipsum dolor sit amet sed do eiusmod tempor incididunt ut elit labore et dolore magna adipiscing enim ad minim veniam quis nostrud</a:t>
            </a:r>
          </a:p>
        </p:txBody>
      </p:sp>
      <p:sp>
        <p:nvSpPr>
          <p:cNvPr id="56" name="Arrow: Pentagon 55">
            <a:extLst>
              <a:ext uri="{FF2B5EF4-FFF2-40B4-BE49-F238E27FC236}">
                <a16:creationId xmlns:a16="http://schemas.microsoft.com/office/drawing/2014/main" id="{C9B1AC8C-D3E5-D6C3-38B9-4F2FFCAB33B7}"/>
              </a:ext>
            </a:extLst>
          </p:cNvPr>
          <p:cNvSpPr/>
          <p:nvPr/>
        </p:nvSpPr>
        <p:spPr>
          <a:xfrm rot="20700000" flipH="1">
            <a:off x="1556442" y="2313870"/>
            <a:ext cx="4594861" cy="1386383"/>
          </a:xfrm>
          <a:prstGeom prst="homePlate">
            <a:avLst/>
          </a:prstGeom>
          <a:solidFill>
            <a:schemeClr val="bg2"/>
          </a:solidFill>
          <a:ln w="6350" cap="flat">
            <a:solidFill>
              <a:schemeClr val="accent2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2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Arrow: Chevron 56">
            <a:extLst>
              <a:ext uri="{FF2B5EF4-FFF2-40B4-BE49-F238E27FC236}">
                <a16:creationId xmlns:a16="http://schemas.microsoft.com/office/drawing/2014/main" id="{FC302E6B-77A2-978C-EDC3-DDF366176E98}"/>
              </a:ext>
            </a:extLst>
          </p:cNvPr>
          <p:cNvSpPr/>
          <p:nvPr/>
        </p:nvSpPr>
        <p:spPr>
          <a:xfrm rot="20700000" flipH="1">
            <a:off x="1701595" y="2730368"/>
            <a:ext cx="1750099" cy="1237850"/>
          </a:xfrm>
          <a:prstGeom prst="chevron">
            <a:avLst>
              <a:gd name="adj" fmla="val 49767"/>
            </a:avLst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3E0306-59DD-A642-8D1B-181C4C22C581}"/>
              </a:ext>
            </a:extLst>
          </p:cNvPr>
          <p:cNvSpPr txBox="1"/>
          <p:nvPr/>
        </p:nvSpPr>
        <p:spPr>
          <a:xfrm rot="20700000" flipH="1">
            <a:off x="4586970" y="2267267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43E601-3E1A-2551-9321-98AB925E7715}"/>
              </a:ext>
            </a:extLst>
          </p:cNvPr>
          <p:cNvSpPr txBox="1"/>
          <p:nvPr/>
        </p:nvSpPr>
        <p:spPr>
          <a:xfrm rot="20700000" flipH="1">
            <a:off x="3333722" y="2690512"/>
            <a:ext cx="241626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</a:t>
            </a:r>
          </a:p>
        </p:txBody>
      </p:sp>
      <p:sp>
        <p:nvSpPr>
          <p:cNvPr id="73" name="Arrow: Pentagon 72">
            <a:extLst>
              <a:ext uri="{FF2B5EF4-FFF2-40B4-BE49-F238E27FC236}">
                <a16:creationId xmlns:a16="http://schemas.microsoft.com/office/drawing/2014/main" id="{C1D3A577-B150-F325-3408-796052B83042}"/>
              </a:ext>
            </a:extLst>
          </p:cNvPr>
          <p:cNvSpPr/>
          <p:nvPr/>
        </p:nvSpPr>
        <p:spPr>
          <a:xfrm rot="20700000" flipH="1">
            <a:off x="2026109" y="4066694"/>
            <a:ext cx="4594861" cy="1386383"/>
          </a:xfrm>
          <a:prstGeom prst="homePlate">
            <a:avLst/>
          </a:prstGeom>
          <a:solidFill>
            <a:schemeClr val="bg2"/>
          </a:solidFill>
          <a:ln w="6350" cap="flat">
            <a:solidFill>
              <a:schemeClr val="accent4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4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Arrow: Chevron 73">
            <a:extLst>
              <a:ext uri="{FF2B5EF4-FFF2-40B4-BE49-F238E27FC236}">
                <a16:creationId xmlns:a16="http://schemas.microsoft.com/office/drawing/2014/main" id="{A7622679-A68C-9D0C-EC23-0D15A1B43B9B}"/>
              </a:ext>
            </a:extLst>
          </p:cNvPr>
          <p:cNvSpPr/>
          <p:nvPr/>
        </p:nvSpPr>
        <p:spPr>
          <a:xfrm rot="20700000" flipH="1">
            <a:off x="2171263" y="4483192"/>
            <a:ext cx="1750099" cy="1237850"/>
          </a:xfrm>
          <a:prstGeom prst="chevron">
            <a:avLst>
              <a:gd name="adj" fmla="val 49767"/>
            </a:avLst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5A2656-4045-EAE1-5234-D835E113BBF9}"/>
              </a:ext>
            </a:extLst>
          </p:cNvPr>
          <p:cNvSpPr txBox="1"/>
          <p:nvPr/>
        </p:nvSpPr>
        <p:spPr>
          <a:xfrm rot="20700000" flipH="1">
            <a:off x="5360747" y="3980054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7419B9C-CF2A-5A30-57E5-8D66D4FBE36B}"/>
              </a:ext>
            </a:extLst>
          </p:cNvPr>
          <p:cNvSpPr txBox="1"/>
          <p:nvPr/>
        </p:nvSpPr>
        <p:spPr>
          <a:xfrm rot="20700000" flipH="1">
            <a:off x="3803390" y="4443336"/>
            <a:ext cx="241626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3D329287-5E6A-3A84-C666-4936C3BDE8B1}"/>
              </a:ext>
            </a:extLst>
          </p:cNvPr>
          <p:cNvSpPr/>
          <p:nvPr/>
        </p:nvSpPr>
        <p:spPr>
          <a:xfrm rot="20700000">
            <a:off x="5521380" y="958827"/>
            <a:ext cx="4594861" cy="1386383"/>
          </a:xfrm>
          <a:prstGeom prst="homePlate">
            <a:avLst/>
          </a:prstGeom>
          <a:solidFill>
            <a:schemeClr val="bg2"/>
          </a:solidFill>
          <a:ln w="6350" cap="flat">
            <a:solidFill>
              <a:schemeClr val="accent1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1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8ADF625B-57DC-F925-4ED3-120862055EDA}"/>
              </a:ext>
            </a:extLst>
          </p:cNvPr>
          <p:cNvSpPr/>
          <p:nvPr/>
        </p:nvSpPr>
        <p:spPr>
          <a:xfrm rot="20700000">
            <a:off x="8220988" y="690861"/>
            <a:ext cx="1750099" cy="1237850"/>
          </a:xfrm>
          <a:prstGeom prst="chevron">
            <a:avLst>
              <a:gd name="adj" fmla="val 49767"/>
            </a:avLst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C9AB8-B9A9-FDB6-238B-5CDBF369D23F}"/>
              </a:ext>
            </a:extLst>
          </p:cNvPr>
          <p:cNvSpPr txBox="1"/>
          <p:nvPr/>
        </p:nvSpPr>
        <p:spPr>
          <a:xfrm rot="20700000">
            <a:off x="5919960" y="1635492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3FE382-D3E3-6D54-F4AA-AC3E1F75D693}"/>
              </a:ext>
            </a:extLst>
          </p:cNvPr>
          <p:cNvSpPr txBox="1"/>
          <p:nvPr/>
        </p:nvSpPr>
        <p:spPr>
          <a:xfrm rot="20700000">
            <a:off x="5994690" y="1684866"/>
            <a:ext cx="241626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</a:t>
            </a:r>
          </a:p>
        </p:txBody>
      </p:sp>
      <p:sp>
        <p:nvSpPr>
          <p:cNvPr id="69" name="Arrow: Pentagon 68">
            <a:extLst>
              <a:ext uri="{FF2B5EF4-FFF2-40B4-BE49-F238E27FC236}">
                <a16:creationId xmlns:a16="http://schemas.microsoft.com/office/drawing/2014/main" id="{32917EC0-09B5-AFD7-BD3B-8C51684F0FC3}"/>
              </a:ext>
            </a:extLst>
          </p:cNvPr>
          <p:cNvSpPr/>
          <p:nvPr/>
        </p:nvSpPr>
        <p:spPr>
          <a:xfrm rot="20700000">
            <a:off x="5991047" y="2711651"/>
            <a:ext cx="4594861" cy="1386383"/>
          </a:xfrm>
          <a:prstGeom prst="homePlate">
            <a:avLst/>
          </a:prstGeom>
          <a:solidFill>
            <a:schemeClr val="bg2"/>
          </a:solidFill>
          <a:ln w="6350" cap="flat">
            <a:solidFill>
              <a:schemeClr val="accent3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Arrow: Chevron 69">
            <a:extLst>
              <a:ext uri="{FF2B5EF4-FFF2-40B4-BE49-F238E27FC236}">
                <a16:creationId xmlns:a16="http://schemas.microsoft.com/office/drawing/2014/main" id="{097663DF-DEE2-B9F5-D944-38F90CF9D376}"/>
              </a:ext>
            </a:extLst>
          </p:cNvPr>
          <p:cNvSpPr/>
          <p:nvPr/>
        </p:nvSpPr>
        <p:spPr>
          <a:xfrm rot="20700000">
            <a:off x="8690656" y="2443685"/>
            <a:ext cx="1750099" cy="1237850"/>
          </a:xfrm>
          <a:prstGeom prst="chevron">
            <a:avLst>
              <a:gd name="adj" fmla="val 49767"/>
            </a:avLst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408809-53A8-75FE-EF5E-47D6F6E7D84B}"/>
              </a:ext>
            </a:extLst>
          </p:cNvPr>
          <p:cNvSpPr txBox="1"/>
          <p:nvPr/>
        </p:nvSpPr>
        <p:spPr>
          <a:xfrm rot="20700000">
            <a:off x="6384985" y="3353050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C80837-84DF-52B5-41A2-F52B66C155D8}"/>
              </a:ext>
            </a:extLst>
          </p:cNvPr>
          <p:cNvSpPr txBox="1"/>
          <p:nvPr/>
        </p:nvSpPr>
        <p:spPr>
          <a:xfrm rot="20700000">
            <a:off x="6464358" y="3437690"/>
            <a:ext cx="241626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</a:t>
            </a:r>
          </a:p>
        </p:txBody>
      </p:sp>
      <p:pic>
        <p:nvPicPr>
          <p:cNvPr id="91" name="Graphic 90">
            <a:extLst>
              <a:ext uri="{FF2B5EF4-FFF2-40B4-BE49-F238E27FC236}">
                <a16:creationId xmlns:a16="http://schemas.microsoft.com/office/drawing/2014/main" id="{B04F36C3-CC34-8D20-3928-9956F4773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20700000">
            <a:off x="2214225" y="3156550"/>
            <a:ext cx="457200" cy="457200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A45B604C-B4DF-612E-D026-055D2406F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700000">
            <a:off x="9470924" y="2798153"/>
            <a:ext cx="457200" cy="457200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0A1636E2-5BA4-8B45-039F-3CC42B46EC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20700000">
            <a:off x="9001256" y="1045329"/>
            <a:ext cx="457200" cy="457200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52724BEC-0ADA-BC29-7BBD-F87995366E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700000">
            <a:off x="2684339" y="4909374"/>
            <a:ext cx="456308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86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B49E9A-98F7-6536-2421-9C79360628DE}"/>
              </a:ext>
            </a:extLst>
          </p:cNvPr>
          <p:cNvSpPr/>
          <p:nvPr/>
        </p:nvSpPr>
        <p:spPr>
          <a:xfrm rot="19800000">
            <a:off x="1502852" y="2391882"/>
            <a:ext cx="5817488" cy="3013628"/>
          </a:xfrm>
          <a:prstGeom prst="roundRect">
            <a:avLst>
              <a:gd name="adj" fmla="val 50000"/>
            </a:avLst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9CE0797-CC5F-E353-F985-742203150356}"/>
              </a:ext>
            </a:extLst>
          </p:cNvPr>
          <p:cNvSpPr/>
          <p:nvPr/>
        </p:nvSpPr>
        <p:spPr>
          <a:xfrm rot="19800000">
            <a:off x="4871661" y="2391883"/>
            <a:ext cx="5817488" cy="3013628"/>
          </a:xfrm>
          <a:prstGeom prst="roundRect">
            <a:avLst>
              <a:gd name="adj" fmla="val 50000"/>
            </a:avLst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34944F-53F4-ECC7-7CA8-79CBDD64BDB6}"/>
              </a:ext>
            </a:extLst>
          </p:cNvPr>
          <p:cNvSpPr/>
          <p:nvPr/>
        </p:nvSpPr>
        <p:spPr>
          <a:xfrm rot="19800000">
            <a:off x="3428836" y="2655976"/>
            <a:ext cx="5334328" cy="24854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0000">
                <a:schemeClr val="accent4"/>
              </a:gs>
              <a:gs pos="65000">
                <a:schemeClr val="accent3"/>
              </a:gs>
              <a:gs pos="35000">
                <a:schemeClr val="accent2"/>
              </a:gs>
              <a:gs pos="2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53A183-549E-DE0C-76BD-9242C083B544}"/>
              </a:ext>
            </a:extLst>
          </p:cNvPr>
          <p:cNvSpPr/>
          <p:nvPr/>
        </p:nvSpPr>
        <p:spPr>
          <a:xfrm>
            <a:off x="5981138" y="4089610"/>
            <a:ext cx="4023360" cy="105252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4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4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9DB652-853F-A092-7E1B-84158108D611}"/>
              </a:ext>
            </a:extLst>
          </p:cNvPr>
          <p:cNvSpPr/>
          <p:nvPr/>
        </p:nvSpPr>
        <p:spPr>
          <a:xfrm>
            <a:off x="6257965" y="4345065"/>
            <a:ext cx="541618" cy="541616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F81F2-FC3A-4A31-AE63-F2D70EA30D25}"/>
              </a:ext>
            </a:extLst>
          </p:cNvPr>
          <p:cNvSpPr txBox="1"/>
          <p:nvPr/>
        </p:nvSpPr>
        <p:spPr>
          <a:xfrm>
            <a:off x="6920116" y="4221761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36B204-AF4E-1A63-6870-919472B15B2F}"/>
              </a:ext>
            </a:extLst>
          </p:cNvPr>
          <p:cNvSpPr txBox="1"/>
          <p:nvPr/>
        </p:nvSpPr>
        <p:spPr>
          <a:xfrm>
            <a:off x="6920116" y="4473817"/>
            <a:ext cx="268833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20000"/>
              </a:lnSpc>
              <a:defRPr sz="1300" b="0">
                <a:solidFill>
                  <a:schemeClr val="tx2">
                    <a:alpha val="6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l"/>
            <a:r>
              <a:rPr lang="en-US"/>
              <a:t>Lorem ipsum dolor sit amet sed consectetur eiusmod tempor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782142-1218-07A8-1046-8328E0BE4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415198" y="4502073"/>
            <a:ext cx="227155" cy="2276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776371-D383-2B86-74D1-C66A2FC5D006}"/>
              </a:ext>
            </a:extLst>
          </p:cNvPr>
          <p:cNvSpPr/>
          <p:nvPr/>
        </p:nvSpPr>
        <p:spPr>
          <a:xfrm>
            <a:off x="1363302" y="4091742"/>
            <a:ext cx="4023360" cy="105252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2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2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A0D56-15A5-0752-AD54-6DFA7B5B9E1A}"/>
              </a:ext>
            </a:extLst>
          </p:cNvPr>
          <p:cNvSpPr txBox="1"/>
          <p:nvPr/>
        </p:nvSpPr>
        <p:spPr>
          <a:xfrm>
            <a:off x="3427387" y="4228689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54F6F-4A6F-C084-D031-025C005B1237}"/>
              </a:ext>
            </a:extLst>
          </p:cNvPr>
          <p:cNvSpPr txBox="1"/>
          <p:nvPr/>
        </p:nvSpPr>
        <p:spPr>
          <a:xfrm>
            <a:off x="1775967" y="4480745"/>
            <a:ext cx="268833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sed consectetur eiusmod tempor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7672CE-A566-E69A-88C6-F3A6934736E5}"/>
              </a:ext>
            </a:extLst>
          </p:cNvPr>
          <p:cNvSpPr/>
          <p:nvPr/>
        </p:nvSpPr>
        <p:spPr>
          <a:xfrm>
            <a:off x="4576239" y="4351994"/>
            <a:ext cx="541618" cy="541616"/>
          </a:xfrm>
          <a:prstGeom prst="ellipse">
            <a:avLst/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69973-4507-5AF4-48A3-8C6B13830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33248" y="4509001"/>
            <a:ext cx="227600" cy="2276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41BF42-6F86-2194-D1A2-5DC00D2B1A75}"/>
              </a:ext>
            </a:extLst>
          </p:cNvPr>
          <p:cNvSpPr/>
          <p:nvPr/>
        </p:nvSpPr>
        <p:spPr>
          <a:xfrm>
            <a:off x="6805338" y="2653124"/>
            <a:ext cx="4023360" cy="105252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3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DD4994-6D7C-3B2F-3485-D96A72DF9582}"/>
              </a:ext>
            </a:extLst>
          </p:cNvPr>
          <p:cNvSpPr/>
          <p:nvPr/>
        </p:nvSpPr>
        <p:spPr>
          <a:xfrm>
            <a:off x="7082166" y="2908757"/>
            <a:ext cx="541618" cy="541616"/>
          </a:xfrm>
          <a:prstGeom prst="ellipse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20E30-BC2B-9062-8EFF-AAEB0198EF37}"/>
              </a:ext>
            </a:extLst>
          </p:cNvPr>
          <p:cNvSpPr txBox="1"/>
          <p:nvPr/>
        </p:nvSpPr>
        <p:spPr>
          <a:xfrm>
            <a:off x="7744316" y="2785453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3F719F-C699-0B6A-7059-517ECEBFD208}"/>
              </a:ext>
            </a:extLst>
          </p:cNvPr>
          <p:cNvSpPr txBox="1"/>
          <p:nvPr/>
        </p:nvSpPr>
        <p:spPr>
          <a:xfrm>
            <a:off x="7744316" y="3037509"/>
            <a:ext cx="2690747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20000"/>
              </a:lnSpc>
              <a:defRPr sz="1300" b="0">
                <a:solidFill>
                  <a:schemeClr val="tx2">
                    <a:alpha val="6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l"/>
            <a:r>
              <a:rPr lang="en-US"/>
              <a:t>Lorem ipsum dolor sit amet sed consectetur eiusmod tempor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1F581EE-9D6A-9CBC-F96C-E05B67D9B1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239175" y="3065764"/>
            <a:ext cx="227600" cy="22760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83829AC-D679-802F-B023-EA219A3B4098}"/>
              </a:ext>
            </a:extLst>
          </p:cNvPr>
          <p:cNvSpPr/>
          <p:nvPr/>
        </p:nvSpPr>
        <p:spPr>
          <a:xfrm>
            <a:off x="2187502" y="2653371"/>
            <a:ext cx="4023360" cy="105252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1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1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1C9CE4-7202-F188-90C9-02EDBDEE74AD}"/>
              </a:ext>
            </a:extLst>
          </p:cNvPr>
          <p:cNvSpPr txBox="1"/>
          <p:nvPr/>
        </p:nvSpPr>
        <p:spPr>
          <a:xfrm>
            <a:off x="4387221" y="2785275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65781D-C56A-E690-2597-AA14396EBA11}"/>
              </a:ext>
            </a:extLst>
          </p:cNvPr>
          <p:cNvSpPr txBox="1"/>
          <p:nvPr/>
        </p:nvSpPr>
        <p:spPr>
          <a:xfrm>
            <a:off x="2601147" y="3037331"/>
            <a:ext cx="268833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sed consectetur eiusmod tempor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34549AC-E16B-B287-8A44-6E8E41997D8A}"/>
              </a:ext>
            </a:extLst>
          </p:cNvPr>
          <p:cNvSpPr/>
          <p:nvPr/>
        </p:nvSpPr>
        <p:spPr>
          <a:xfrm>
            <a:off x="5401420" y="2908580"/>
            <a:ext cx="541618" cy="541616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92B1E3C9-BD9F-78DA-DADC-69A788CF87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558429" y="3065587"/>
            <a:ext cx="227600" cy="2276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DEA6790-0014-843C-ED1C-57634256E750}"/>
              </a:ext>
            </a:extLst>
          </p:cNvPr>
          <p:cNvSpPr txBox="1"/>
          <p:nvPr/>
        </p:nvSpPr>
        <p:spPr>
          <a:xfrm>
            <a:off x="3611676" y="481165"/>
            <a:ext cx="4968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Analysis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73F8676-50CD-6404-F600-37B3CA9D4638}"/>
              </a:ext>
            </a:extLst>
          </p:cNvPr>
          <p:cNvSpPr/>
          <p:nvPr/>
        </p:nvSpPr>
        <p:spPr>
          <a:xfrm rot="10800000" flipH="1">
            <a:off x="1" y="0"/>
            <a:ext cx="4183506" cy="2344332"/>
          </a:xfrm>
          <a:custGeom>
            <a:avLst/>
            <a:gdLst>
              <a:gd name="connsiteX0" fmla="*/ 5450877 w 5450877"/>
              <a:gd name="connsiteY0" fmla="*/ 3052556 h 3054535"/>
              <a:gd name="connsiteX1" fmla="*/ 5450877 w 5450877"/>
              <a:gd name="connsiteY1" fmla="*/ 3054535 h 3054535"/>
              <a:gd name="connsiteX2" fmla="*/ 5373724 w 5450877"/>
              <a:gd name="connsiteY2" fmla="*/ 3054535 h 3054535"/>
              <a:gd name="connsiteX3" fmla="*/ 0 w 5450877"/>
              <a:gd name="connsiteY3" fmla="*/ 0 h 3054535"/>
              <a:gd name="connsiteX4" fmla="*/ 148841 w 5450877"/>
              <a:gd name="connsiteY4" fmla="*/ 235587 h 3054535"/>
              <a:gd name="connsiteX5" fmla="*/ 5373724 w 5450877"/>
              <a:gd name="connsiteY5" fmla="*/ 3054535 h 3054535"/>
              <a:gd name="connsiteX6" fmla="*/ 0 w 5450877"/>
              <a:gd name="connsiteY6" fmla="*/ 3054535 h 305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0877" h="3054535">
                <a:moveTo>
                  <a:pt x="5450877" y="3052556"/>
                </a:moveTo>
                <a:lnTo>
                  <a:pt x="5450877" y="3054535"/>
                </a:lnTo>
                <a:lnTo>
                  <a:pt x="5373724" y="3054535"/>
                </a:lnTo>
                <a:close/>
                <a:moveTo>
                  <a:pt x="0" y="0"/>
                </a:moveTo>
                <a:lnTo>
                  <a:pt x="148841" y="235587"/>
                </a:lnTo>
                <a:cubicBezTo>
                  <a:pt x="1281175" y="1936338"/>
                  <a:pt x="3198760" y="3054535"/>
                  <a:pt x="5373724" y="3054535"/>
                </a:cubicBezTo>
                <a:lnTo>
                  <a:pt x="0" y="3054535"/>
                </a:lnTo>
                <a:close/>
              </a:path>
            </a:pathLst>
          </a:custGeom>
          <a:gradFill flip="none" rotWithShape="1">
            <a:gsLst>
              <a:gs pos="90000">
                <a:schemeClr val="accent2"/>
              </a:gs>
              <a:gs pos="2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C6654B8-0D43-35C5-B78E-4FE6EE04366F}"/>
              </a:ext>
            </a:extLst>
          </p:cNvPr>
          <p:cNvSpPr/>
          <p:nvPr/>
        </p:nvSpPr>
        <p:spPr>
          <a:xfrm flipH="1">
            <a:off x="8008494" y="4513668"/>
            <a:ext cx="4183506" cy="2344332"/>
          </a:xfrm>
          <a:custGeom>
            <a:avLst/>
            <a:gdLst>
              <a:gd name="connsiteX0" fmla="*/ 5450877 w 5450877"/>
              <a:gd name="connsiteY0" fmla="*/ 3052556 h 3054535"/>
              <a:gd name="connsiteX1" fmla="*/ 5450877 w 5450877"/>
              <a:gd name="connsiteY1" fmla="*/ 3054535 h 3054535"/>
              <a:gd name="connsiteX2" fmla="*/ 5373724 w 5450877"/>
              <a:gd name="connsiteY2" fmla="*/ 3054535 h 3054535"/>
              <a:gd name="connsiteX3" fmla="*/ 0 w 5450877"/>
              <a:gd name="connsiteY3" fmla="*/ 0 h 3054535"/>
              <a:gd name="connsiteX4" fmla="*/ 148841 w 5450877"/>
              <a:gd name="connsiteY4" fmla="*/ 235587 h 3054535"/>
              <a:gd name="connsiteX5" fmla="*/ 5373724 w 5450877"/>
              <a:gd name="connsiteY5" fmla="*/ 3054535 h 3054535"/>
              <a:gd name="connsiteX6" fmla="*/ 0 w 5450877"/>
              <a:gd name="connsiteY6" fmla="*/ 3054535 h 305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0877" h="3054535">
                <a:moveTo>
                  <a:pt x="5450877" y="3052556"/>
                </a:moveTo>
                <a:lnTo>
                  <a:pt x="5450877" y="3054535"/>
                </a:lnTo>
                <a:lnTo>
                  <a:pt x="5373724" y="3054535"/>
                </a:lnTo>
                <a:close/>
                <a:moveTo>
                  <a:pt x="0" y="0"/>
                </a:moveTo>
                <a:lnTo>
                  <a:pt x="148841" y="235587"/>
                </a:lnTo>
                <a:cubicBezTo>
                  <a:pt x="1281175" y="1936338"/>
                  <a:pt x="3198760" y="3054535"/>
                  <a:pt x="5373724" y="3054535"/>
                </a:cubicBezTo>
                <a:lnTo>
                  <a:pt x="0" y="3054535"/>
                </a:lnTo>
                <a:close/>
              </a:path>
            </a:pathLst>
          </a:custGeom>
          <a:gradFill flip="none" rotWithShape="1">
            <a:gsLst>
              <a:gs pos="90000">
                <a:schemeClr val="accent4"/>
              </a:gs>
              <a:gs pos="20000">
                <a:schemeClr val="accent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B02438-C97D-0111-D15A-702E19001245}"/>
              </a:ext>
            </a:extLst>
          </p:cNvPr>
          <p:cNvSpPr txBox="1"/>
          <p:nvPr/>
        </p:nvSpPr>
        <p:spPr>
          <a:xfrm>
            <a:off x="4909666" y="1312162"/>
            <a:ext cx="23726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defRPr>
            </a:lvl1pPr>
          </a:lstStyle>
          <a:p>
            <a:r>
              <a:rPr lang="en-US" sz="1300">
                <a:latin typeface="Bricolage Grotesque" panose="020B0605040402000204" pitchFamily="34" charset="0"/>
              </a:rPr>
              <a:t>SWOT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638236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A1C5C907-C00F-FD8C-60C7-4E09E6A753F7}"/>
              </a:ext>
            </a:extLst>
          </p:cNvPr>
          <p:cNvSpPr/>
          <p:nvPr/>
        </p:nvSpPr>
        <p:spPr>
          <a:xfrm>
            <a:off x="4104822" y="999457"/>
            <a:ext cx="3982356" cy="585854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0AF7A515-16C9-655B-F637-E9CDB979F48D}"/>
              </a:ext>
            </a:extLst>
          </p:cNvPr>
          <p:cNvSpPr/>
          <p:nvPr/>
        </p:nvSpPr>
        <p:spPr>
          <a:xfrm>
            <a:off x="4607164" y="1496468"/>
            <a:ext cx="2977672" cy="5361532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accent4"/>
              </a:gs>
              <a:gs pos="70000">
                <a:schemeClr val="accent3"/>
              </a:gs>
              <a:gs pos="38000">
                <a:schemeClr val="accent2"/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3130EFE-160E-5F4A-D7C8-19A9F63DC0C1}"/>
              </a:ext>
            </a:extLst>
          </p:cNvPr>
          <p:cNvSpPr/>
          <p:nvPr/>
        </p:nvSpPr>
        <p:spPr>
          <a:xfrm>
            <a:off x="6393238" y="4476118"/>
            <a:ext cx="4023360" cy="105252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4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4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8633FD-55EF-F95E-1EC1-6E3AD6C5105B}"/>
              </a:ext>
            </a:extLst>
          </p:cNvPr>
          <p:cNvSpPr/>
          <p:nvPr/>
        </p:nvSpPr>
        <p:spPr>
          <a:xfrm>
            <a:off x="6670065" y="4731573"/>
            <a:ext cx="541618" cy="541616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4CD57E-82EB-4381-84B3-3165B1461AB5}"/>
              </a:ext>
            </a:extLst>
          </p:cNvPr>
          <p:cNvSpPr txBox="1"/>
          <p:nvPr/>
        </p:nvSpPr>
        <p:spPr>
          <a:xfrm>
            <a:off x="7332216" y="4608269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D61094-6B05-7D8C-724E-A876FCF78D2B}"/>
              </a:ext>
            </a:extLst>
          </p:cNvPr>
          <p:cNvSpPr txBox="1"/>
          <p:nvPr/>
        </p:nvSpPr>
        <p:spPr>
          <a:xfrm>
            <a:off x="7332216" y="4860325"/>
            <a:ext cx="268833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20000"/>
              </a:lnSpc>
              <a:defRPr sz="1300" b="0">
                <a:solidFill>
                  <a:schemeClr val="tx2">
                    <a:alpha val="6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l"/>
            <a:r>
              <a:rPr lang="en-US"/>
              <a:t>Lorem ipsum dolor sit amet sed consectetur eiusmod tempor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E976AD48-FFD7-E44C-4361-087840940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827298" y="4888581"/>
            <a:ext cx="227155" cy="227600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4C6A6BC-CF69-9601-C636-570F4838796E}"/>
              </a:ext>
            </a:extLst>
          </p:cNvPr>
          <p:cNvSpPr/>
          <p:nvPr/>
        </p:nvSpPr>
        <p:spPr>
          <a:xfrm>
            <a:off x="1775402" y="4478250"/>
            <a:ext cx="4023360" cy="105252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2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2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F7D376-6750-0F77-4E63-B35723DF0617}"/>
              </a:ext>
            </a:extLst>
          </p:cNvPr>
          <p:cNvSpPr txBox="1"/>
          <p:nvPr/>
        </p:nvSpPr>
        <p:spPr>
          <a:xfrm>
            <a:off x="3839487" y="4615197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BC8AC9-C2FF-D145-B5D5-70E89ACF1E06}"/>
              </a:ext>
            </a:extLst>
          </p:cNvPr>
          <p:cNvSpPr txBox="1"/>
          <p:nvPr/>
        </p:nvSpPr>
        <p:spPr>
          <a:xfrm>
            <a:off x="2188067" y="4867253"/>
            <a:ext cx="268833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sed consectetur eiusmod tempor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7F933BA-5A85-CBCB-CEBC-EA6E996ABC43}"/>
              </a:ext>
            </a:extLst>
          </p:cNvPr>
          <p:cNvSpPr/>
          <p:nvPr/>
        </p:nvSpPr>
        <p:spPr>
          <a:xfrm>
            <a:off x="4988339" y="4738502"/>
            <a:ext cx="541618" cy="541616"/>
          </a:xfrm>
          <a:prstGeom prst="ellipse">
            <a:avLst/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B8DB9B95-C74A-1B7F-F4CF-0F8B7772F6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145348" y="4895509"/>
            <a:ext cx="227600" cy="227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6C7ADEE-CC39-2BC7-29C5-E989A29B51B3}"/>
              </a:ext>
            </a:extLst>
          </p:cNvPr>
          <p:cNvSpPr/>
          <p:nvPr/>
        </p:nvSpPr>
        <p:spPr>
          <a:xfrm>
            <a:off x="6393238" y="2825824"/>
            <a:ext cx="4023360" cy="105252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3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EDA0588-BD35-A0F2-486C-72F3B76A8014}"/>
              </a:ext>
            </a:extLst>
          </p:cNvPr>
          <p:cNvSpPr/>
          <p:nvPr/>
        </p:nvSpPr>
        <p:spPr>
          <a:xfrm>
            <a:off x="6670066" y="3081457"/>
            <a:ext cx="541618" cy="541616"/>
          </a:xfrm>
          <a:prstGeom prst="ellipse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8AC52A-E338-9570-553A-5BC1B0A8CAAF}"/>
              </a:ext>
            </a:extLst>
          </p:cNvPr>
          <p:cNvSpPr txBox="1"/>
          <p:nvPr/>
        </p:nvSpPr>
        <p:spPr>
          <a:xfrm>
            <a:off x="7332216" y="2958153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93AEF7-24BE-D918-C71A-9D1456A2605A}"/>
              </a:ext>
            </a:extLst>
          </p:cNvPr>
          <p:cNvSpPr txBox="1"/>
          <p:nvPr/>
        </p:nvSpPr>
        <p:spPr>
          <a:xfrm>
            <a:off x="7332216" y="3210209"/>
            <a:ext cx="2690747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20000"/>
              </a:lnSpc>
              <a:defRPr sz="1300" b="0">
                <a:solidFill>
                  <a:schemeClr val="tx2">
                    <a:alpha val="6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l"/>
            <a:r>
              <a:rPr lang="en-US"/>
              <a:t>Lorem ipsum dolor sit amet sed consectetur eiusmod tempor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E202CDD3-34BD-2266-3C71-4AD2D31B5A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827075" y="3238464"/>
            <a:ext cx="227600" cy="227600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EBA5F3F-1522-241C-8379-92BFA03E2300}"/>
              </a:ext>
            </a:extLst>
          </p:cNvPr>
          <p:cNvSpPr/>
          <p:nvPr/>
        </p:nvSpPr>
        <p:spPr>
          <a:xfrm>
            <a:off x="1775402" y="2826071"/>
            <a:ext cx="4023360" cy="105252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1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1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E89C73-01D0-2601-8D74-E30454A6DCB0}"/>
              </a:ext>
            </a:extLst>
          </p:cNvPr>
          <p:cNvSpPr txBox="1"/>
          <p:nvPr/>
        </p:nvSpPr>
        <p:spPr>
          <a:xfrm>
            <a:off x="3975121" y="2957975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E9CE45-986E-DE20-4857-0B4EEE7F4C38}"/>
              </a:ext>
            </a:extLst>
          </p:cNvPr>
          <p:cNvSpPr txBox="1"/>
          <p:nvPr/>
        </p:nvSpPr>
        <p:spPr>
          <a:xfrm>
            <a:off x="2189047" y="3210031"/>
            <a:ext cx="268833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sed consectetur eiusmod tempor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C55274-E532-555A-F443-48F02B748837}"/>
              </a:ext>
            </a:extLst>
          </p:cNvPr>
          <p:cNvSpPr/>
          <p:nvPr/>
        </p:nvSpPr>
        <p:spPr>
          <a:xfrm>
            <a:off x="4989320" y="3081280"/>
            <a:ext cx="541618" cy="541616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24F4251C-EB94-B9FD-6702-7AF105A556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146329" y="3238287"/>
            <a:ext cx="227600" cy="2276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5424BA78-FC15-2597-F7EC-7FA967B6451B}"/>
              </a:ext>
            </a:extLst>
          </p:cNvPr>
          <p:cNvSpPr txBox="1"/>
          <p:nvPr/>
        </p:nvSpPr>
        <p:spPr>
          <a:xfrm>
            <a:off x="3611676" y="409770"/>
            <a:ext cx="4968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Analysis</a:t>
            </a:r>
          </a:p>
        </p:txBody>
      </p:sp>
    </p:spTree>
    <p:extLst>
      <p:ext uri="{BB962C8B-B14F-4D97-AF65-F5344CB8AC3E}">
        <p14:creationId xmlns:p14="http://schemas.microsoft.com/office/powerpoint/2010/main" val="2778328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Chevron 7">
            <a:extLst>
              <a:ext uri="{FF2B5EF4-FFF2-40B4-BE49-F238E27FC236}">
                <a16:creationId xmlns:a16="http://schemas.microsoft.com/office/drawing/2014/main" id="{78B616F0-9A63-4BCA-0774-0BBDDB0B5481}"/>
              </a:ext>
            </a:extLst>
          </p:cNvPr>
          <p:cNvSpPr/>
          <p:nvPr/>
        </p:nvSpPr>
        <p:spPr>
          <a:xfrm rot="16200000">
            <a:off x="2819802" y="2990964"/>
            <a:ext cx="4411881" cy="1861692"/>
          </a:xfrm>
          <a:prstGeom prst="chevron">
            <a:avLst>
              <a:gd name="adj" fmla="val 36686"/>
            </a:avLst>
          </a:prstGeom>
          <a:noFill/>
          <a:ln cap="rnd">
            <a:solidFill>
              <a:schemeClr val="tx2">
                <a:alpha val="1000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DED08913-8E50-0F0E-EBA0-8702DCC462C6}"/>
              </a:ext>
            </a:extLst>
          </p:cNvPr>
          <p:cNvSpPr/>
          <p:nvPr/>
        </p:nvSpPr>
        <p:spPr>
          <a:xfrm rot="5400000">
            <a:off x="4960323" y="2990965"/>
            <a:ext cx="4411881" cy="1861692"/>
          </a:xfrm>
          <a:prstGeom prst="chevron">
            <a:avLst>
              <a:gd name="adj" fmla="val 36686"/>
            </a:avLst>
          </a:prstGeom>
          <a:noFill/>
          <a:ln cap="rnd">
            <a:solidFill>
              <a:schemeClr val="tx2">
                <a:alpha val="1000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DD541731-8C7C-54B1-75C2-6D62178A4286}"/>
              </a:ext>
            </a:extLst>
          </p:cNvPr>
          <p:cNvSpPr/>
          <p:nvPr/>
        </p:nvSpPr>
        <p:spPr>
          <a:xfrm rot="16200000">
            <a:off x="4047722" y="2186572"/>
            <a:ext cx="1956038" cy="1438275"/>
          </a:xfrm>
          <a:prstGeom prst="chevron">
            <a:avLst>
              <a:gd name="adj" fmla="val 36686"/>
            </a:avLst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2425BDE-7546-2167-DD79-8964A848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97141" y="2566857"/>
            <a:ext cx="457200" cy="457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96E8C5-A861-5EDF-16E2-1DF60AD63627}"/>
              </a:ext>
            </a:extLst>
          </p:cNvPr>
          <p:cNvSpPr txBox="1"/>
          <p:nvPr/>
        </p:nvSpPr>
        <p:spPr>
          <a:xfrm>
            <a:off x="2911648" y="2489607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7B140-4AB6-E374-86E8-6AAFE361AB30}"/>
              </a:ext>
            </a:extLst>
          </p:cNvPr>
          <p:cNvSpPr txBox="1"/>
          <p:nvPr/>
        </p:nvSpPr>
        <p:spPr>
          <a:xfrm>
            <a:off x="1009602" y="2747859"/>
            <a:ext cx="2806460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amet, elit consectetur adipiscing, sed do eiusmod tempor incididunt ut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0F0F0507-A671-B60F-70D3-CAE08289B7FA}"/>
              </a:ext>
            </a:extLst>
          </p:cNvPr>
          <p:cNvSpPr/>
          <p:nvPr/>
        </p:nvSpPr>
        <p:spPr>
          <a:xfrm rot="16200000">
            <a:off x="4047722" y="4028072"/>
            <a:ext cx="1956038" cy="1438275"/>
          </a:xfrm>
          <a:prstGeom prst="chevron">
            <a:avLst>
              <a:gd name="adj" fmla="val 36686"/>
            </a:avLst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158D16D-5FB6-7E1D-F614-5797BED955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97141" y="4408357"/>
            <a:ext cx="457200" cy="457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297D53-5EDD-031B-6FD4-ADCBD175C065}"/>
              </a:ext>
            </a:extLst>
          </p:cNvPr>
          <p:cNvSpPr txBox="1"/>
          <p:nvPr/>
        </p:nvSpPr>
        <p:spPr>
          <a:xfrm>
            <a:off x="2639137" y="4331107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E7DB0A-5602-2710-186B-AD0939F4B39A}"/>
              </a:ext>
            </a:extLst>
          </p:cNvPr>
          <p:cNvSpPr txBox="1"/>
          <p:nvPr/>
        </p:nvSpPr>
        <p:spPr>
          <a:xfrm>
            <a:off x="1009602" y="4589359"/>
            <a:ext cx="2806460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amet, elit consectetur adipiscing, sed do eiusmod tempor incididunt ut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AF9A0E41-C03E-8006-7E34-CB59566B778F}"/>
              </a:ext>
            </a:extLst>
          </p:cNvPr>
          <p:cNvSpPr/>
          <p:nvPr/>
        </p:nvSpPr>
        <p:spPr>
          <a:xfrm rot="16200000" flipH="1">
            <a:off x="6188244" y="2377385"/>
            <a:ext cx="1956038" cy="1438275"/>
          </a:xfrm>
          <a:prstGeom prst="chevron">
            <a:avLst>
              <a:gd name="adj" fmla="val 36686"/>
            </a:avLst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737DC075-8EEF-12BB-FB60-856BFDB2A1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flipH="1">
            <a:off x="6937663" y="2757670"/>
            <a:ext cx="457200" cy="457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A5CD1CB-F5E8-B3EA-77CF-082199B10AFA}"/>
              </a:ext>
            </a:extLst>
          </p:cNvPr>
          <p:cNvSpPr txBox="1"/>
          <p:nvPr/>
        </p:nvSpPr>
        <p:spPr>
          <a:xfrm flipH="1">
            <a:off x="8375939" y="2632973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7CB7B3-AD64-C0BD-D315-34EE4B617ED0}"/>
              </a:ext>
            </a:extLst>
          </p:cNvPr>
          <p:cNvSpPr txBox="1"/>
          <p:nvPr/>
        </p:nvSpPr>
        <p:spPr>
          <a:xfrm flipH="1">
            <a:off x="8375939" y="2891225"/>
            <a:ext cx="2806463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amet, elit consectetur adipiscing, sed do eiusmod tempor incididunt ut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107FB755-BAB9-D80E-E1AF-9E8A4C13C415}"/>
              </a:ext>
            </a:extLst>
          </p:cNvPr>
          <p:cNvSpPr/>
          <p:nvPr/>
        </p:nvSpPr>
        <p:spPr>
          <a:xfrm rot="16200000" flipH="1">
            <a:off x="6188244" y="4218885"/>
            <a:ext cx="1956038" cy="1438275"/>
          </a:xfrm>
          <a:prstGeom prst="chevron">
            <a:avLst>
              <a:gd name="adj" fmla="val 36686"/>
            </a:avLst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D08A10C6-3266-14BF-54E9-4D15C33068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flipH="1">
            <a:off x="6938109" y="4599170"/>
            <a:ext cx="456307" cy="4572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A110298-94B9-CE42-30A8-601E917A1EFC}"/>
              </a:ext>
            </a:extLst>
          </p:cNvPr>
          <p:cNvSpPr txBox="1"/>
          <p:nvPr/>
        </p:nvSpPr>
        <p:spPr>
          <a:xfrm flipH="1">
            <a:off x="8375939" y="4474473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289914-ABDA-C144-3B97-C266CBA64A3A}"/>
              </a:ext>
            </a:extLst>
          </p:cNvPr>
          <p:cNvSpPr txBox="1"/>
          <p:nvPr/>
        </p:nvSpPr>
        <p:spPr>
          <a:xfrm flipH="1">
            <a:off x="8375939" y="4732725"/>
            <a:ext cx="2806461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amet, elit consectetur adipiscing, sed do eiusmod tempor incididunt ut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24FC96-D939-C351-2FC3-53184BB223DE}"/>
              </a:ext>
            </a:extLst>
          </p:cNvPr>
          <p:cNvSpPr txBox="1"/>
          <p:nvPr/>
        </p:nvSpPr>
        <p:spPr>
          <a:xfrm>
            <a:off x="2400301" y="355630"/>
            <a:ext cx="739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Infographic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6CDD3-9EE9-444D-8978-9CC41123B127}"/>
              </a:ext>
            </a:extLst>
          </p:cNvPr>
          <p:cNvSpPr txBox="1"/>
          <p:nvPr/>
        </p:nvSpPr>
        <p:spPr>
          <a:xfrm>
            <a:off x="4909666" y="1129162"/>
            <a:ext cx="23726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defRPr>
            </a:lvl1pPr>
          </a:lstStyle>
          <a:p>
            <a:r>
              <a:rPr lang="en-US" sz="1300">
                <a:latin typeface="Bricolage Grotesque" panose="020B0605040402000204" pitchFamily="34" charset="0"/>
              </a:rPr>
              <a:t>SWOT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42339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69B0D1C-041F-9154-5475-2A18B3FC7574}"/>
              </a:ext>
            </a:extLst>
          </p:cNvPr>
          <p:cNvGrpSpPr/>
          <p:nvPr/>
        </p:nvGrpSpPr>
        <p:grpSpPr>
          <a:xfrm>
            <a:off x="4600238" y="4252899"/>
            <a:ext cx="2991524" cy="1496236"/>
            <a:chOff x="4373007" y="4139247"/>
            <a:chExt cx="3445985" cy="172353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73AC10E-5E9B-68E9-99D9-E77167BAE80C}"/>
                </a:ext>
              </a:extLst>
            </p:cNvPr>
            <p:cNvSpPr/>
            <p:nvPr/>
          </p:nvSpPr>
          <p:spPr>
            <a:xfrm>
              <a:off x="4373023" y="4765616"/>
              <a:ext cx="3445969" cy="1097170"/>
            </a:xfrm>
            <a:custGeom>
              <a:avLst/>
              <a:gdLst>
                <a:gd name="connsiteX0" fmla="*/ 3446831 w 3445969"/>
                <a:gd name="connsiteY0" fmla="*/ 467204 h 1097170"/>
                <a:gd name="connsiteX1" fmla="*/ 3446831 w 3445969"/>
                <a:gd name="connsiteY1" fmla="*/ -2843 h 1097170"/>
                <a:gd name="connsiteX2" fmla="*/ 883 w 3445969"/>
                <a:gd name="connsiteY2" fmla="*/ -2843 h 1097170"/>
                <a:gd name="connsiteX3" fmla="*/ 883 w 3445969"/>
                <a:gd name="connsiteY3" fmla="*/ 467204 h 1097170"/>
                <a:gd name="connsiteX4" fmla="*/ 74755 w 3445969"/>
                <a:gd name="connsiteY4" fmla="*/ 569729 h 1097170"/>
                <a:gd name="connsiteX5" fmla="*/ 1587743 w 3445969"/>
                <a:gd name="connsiteY5" fmla="*/ 1072313 h 1097170"/>
                <a:gd name="connsiteX6" fmla="*/ 1859918 w 3445969"/>
                <a:gd name="connsiteY6" fmla="*/ 1072313 h 1097170"/>
                <a:gd name="connsiteX7" fmla="*/ 3372960 w 3445969"/>
                <a:gd name="connsiteY7" fmla="*/ 569729 h 1097170"/>
                <a:gd name="connsiteX8" fmla="*/ 3446831 w 3445969"/>
                <a:gd name="connsiteY8" fmla="*/ 467204 h 109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5969" h="1097170">
                  <a:moveTo>
                    <a:pt x="3446831" y="467204"/>
                  </a:moveTo>
                  <a:lnTo>
                    <a:pt x="3446831" y="-2843"/>
                  </a:lnTo>
                  <a:lnTo>
                    <a:pt x="883" y="-2843"/>
                  </a:lnTo>
                  <a:lnTo>
                    <a:pt x="883" y="467204"/>
                  </a:lnTo>
                  <a:cubicBezTo>
                    <a:pt x="209" y="513933"/>
                    <a:pt x="30221" y="555590"/>
                    <a:pt x="74755" y="569729"/>
                  </a:cubicBezTo>
                  <a:lnTo>
                    <a:pt x="1587743" y="1072313"/>
                  </a:lnTo>
                  <a:cubicBezTo>
                    <a:pt x="1676092" y="1101667"/>
                    <a:pt x="1771569" y="1101667"/>
                    <a:pt x="1859918" y="1072313"/>
                  </a:cubicBezTo>
                  <a:lnTo>
                    <a:pt x="3372960" y="569729"/>
                  </a:lnTo>
                  <a:cubicBezTo>
                    <a:pt x="3417493" y="555590"/>
                    <a:pt x="3447500" y="513933"/>
                    <a:pt x="3446831" y="467204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70000">
                  <a:schemeClr val="accent4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381000" dist="254000" dir="5400000" algn="t" rotWithShape="0">
                <a:schemeClr val="accent4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C0585B1-70FC-A54A-4DCA-8B79B41CA90B}"/>
                </a:ext>
              </a:extLst>
            </p:cNvPr>
            <p:cNvSpPr/>
            <p:nvPr/>
          </p:nvSpPr>
          <p:spPr>
            <a:xfrm>
              <a:off x="4373007" y="4139247"/>
              <a:ext cx="3445839" cy="1253978"/>
            </a:xfrm>
            <a:custGeom>
              <a:avLst/>
              <a:gdLst>
                <a:gd name="connsiteX0" fmla="*/ 3372975 w 3445839"/>
                <a:gd name="connsiteY0" fmla="*/ 726536 h 1253978"/>
                <a:gd name="connsiteX1" fmla="*/ 1859934 w 3445839"/>
                <a:gd name="connsiteY1" fmla="*/ 1229120 h 1253978"/>
                <a:gd name="connsiteX2" fmla="*/ 1587759 w 3445839"/>
                <a:gd name="connsiteY2" fmla="*/ 1229120 h 1253978"/>
                <a:gd name="connsiteX3" fmla="*/ 74771 w 3445839"/>
                <a:gd name="connsiteY3" fmla="*/ 726536 h 1253978"/>
                <a:gd name="connsiteX4" fmla="*/ 74771 w 3445839"/>
                <a:gd name="connsiteY4" fmla="*/ 521488 h 1253978"/>
                <a:gd name="connsiteX5" fmla="*/ 1587759 w 3445839"/>
                <a:gd name="connsiteY5" fmla="*/ 19173 h 1253978"/>
                <a:gd name="connsiteX6" fmla="*/ 1859934 w 3445839"/>
                <a:gd name="connsiteY6" fmla="*/ 19173 h 1253978"/>
                <a:gd name="connsiteX7" fmla="*/ 3372975 w 3445839"/>
                <a:gd name="connsiteY7" fmla="*/ 521757 h 1253978"/>
                <a:gd name="connsiteX8" fmla="*/ 3372975 w 3445839"/>
                <a:gd name="connsiteY8" fmla="*/ 726536 h 125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5839" h="1253978">
                  <a:moveTo>
                    <a:pt x="3372975" y="726536"/>
                  </a:moveTo>
                  <a:lnTo>
                    <a:pt x="1859934" y="1229120"/>
                  </a:lnTo>
                  <a:cubicBezTo>
                    <a:pt x="1771585" y="1258474"/>
                    <a:pt x="1676107" y="1258474"/>
                    <a:pt x="1587759" y="1229120"/>
                  </a:cubicBezTo>
                  <a:lnTo>
                    <a:pt x="74771" y="726536"/>
                  </a:lnTo>
                  <a:cubicBezTo>
                    <a:pt x="-23761" y="693782"/>
                    <a:pt x="-23761" y="554403"/>
                    <a:pt x="74771" y="521488"/>
                  </a:cubicBezTo>
                  <a:lnTo>
                    <a:pt x="1587759" y="19173"/>
                  </a:lnTo>
                  <a:cubicBezTo>
                    <a:pt x="1676107" y="-10181"/>
                    <a:pt x="1771585" y="-10181"/>
                    <a:pt x="1859934" y="19173"/>
                  </a:cubicBezTo>
                  <a:lnTo>
                    <a:pt x="3372975" y="521757"/>
                  </a:lnTo>
                  <a:cubicBezTo>
                    <a:pt x="3471291" y="554403"/>
                    <a:pt x="3471291" y="693674"/>
                    <a:pt x="3372975" y="726536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C3FA4A2-8F5E-C35D-08B0-53D882AA2961}"/>
              </a:ext>
            </a:extLst>
          </p:cNvPr>
          <p:cNvGrpSpPr/>
          <p:nvPr/>
        </p:nvGrpSpPr>
        <p:grpSpPr>
          <a:xfrm>
            <a:off x="4600238" y="3049783"/>
            <a:ext cx="2991524" cy="1496236"/>
            <a:chOff x="4373007" y="2936131"/>
            <a:chExt cx="3445985" cy="172353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FE99BDA-D7C4-43E4-9465-AC48AF2436D8}"/>
                </a:ext>
              </a:extLst>
            </p:cNvPr>
            <p:cNvSpPr/>
            <p:nvPr/>
          </p:nvSpPr>
          <p:spPr>
            <a:xfrm>
              <a:off x="4373023" y="3562500"/>
              <a:ext cx="3445969" cy="1097170"/>
            </a:xfrm>
            <a:custGeom>
              <a:avLst/>
              <a:gdLst>
                <a:gd name="connsiteX0" fmla="*/ 3446831 w 3445969"/>
                <a:gd name="connsiteY0" fmla="*/ 467204 h 1097170"/>
                <a:gd name="connsiteX1" fmla="*/ 3446831 w 3445969"/>
                <a:gd name="connsiteY1" fmla="*/ -2843 h 1097170"/>
                <a:gd name="connsiteX2" fmla="*/ 883 w 3445969"/>
                <a:gd name="connsiteY2" fmla="*/ -2843 h 1097170"/>
                <a:gd name="connsiteX3" fmla="*/ 883 w 3445969"/>
                <a:gd name="connsiteY3" fmla="*/ 467204 h 1097170"/>
                <a:gd name="connsiteX4" fmla="*/ 74755 w 3445969"/>
                <a:gd name="connsiteY4" fmla="*/ 569729 h 1097170"/>
                <a:gd name="connsiteX5" fmla="*/ 1587743 w 3445969"/>
                <a:gd name="connsiteY5" fmla="*/ 1072313 h 1097170"/>
                <a:gd name="connsiteX6" fmla="*/ 1859918 w 3445969"/>
                <a:gd name="connsiteY6" fmla="*/ 1072313 h 1097170"/>
                <a:gd name="connsiteX7" fmla="*/ 3372960 w 3445969"/>
                <a:gd name="connsiteY7" fmla="*/ 569729 h 1097170"/>
                <a:gd name="connsiteX8" fmla="*/ 3446831 w 3445969"/>
                <a:gd name="connsiteY8" fmla="*/ 467204 h 109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5969" h="1097170">
                  <a:moveTo>
                    <a:pt x="3446831" y="467204"/>
                  </a:moveTo>
                  <a:lnTo>
                    <a:pt x="3446831" y="-2843"/>
                  </a:lnTo>
                  <a:lnTo>
                    <a:pt x="883" y="-2843"/>
                  </a:lnTo>
                  <a:lnTo>
                    <a:pt x="883" y="467204"/>
                  </a:lnTo>
                  <a:cubicBezTo>
                    <a:pt x="209" y="513933"/>
                    <a:pt x="30221" y="555590"/>
                    <a:pt x="74755" y="569729"/>
                  </a:cubicBezTo>
                  <a:lnTo>
                    <a:pt x="1587743" y="1072313"/>
                  </a:lnTo>
                  <a:cubicBezTo>
                    <a:pt x="1676092" y="1101667"/>
                    <a:pt x="1771569" y="1101667"/>
                    <a:pt x="1859918" y="1072313"/>
                  </a:cubicBezTo>
                  <a:lnTo>
                    <a:pt x="3372960" y="569729"/>
                  </a:lnTo>
                  <a:cubicBezTo>
                    <a:pt x="3417493" y="555590"/>
                    <a:pt x="3447500" y="513933"/>
                    <a:pt x="3446831" y="46720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0000">
                  <a:schemeClr val="accent3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381000" dist="254000" dir="5400000" algn="t" rotWithShape="0">
                <a:schemeClr val="accent3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8439D50-3772-FDA5-C15F-F8CBBA051D97}"/>
                </a:ext>
              </a:extLst>
            </p:cNvPr>
            <p:cNvSpPr/>
            <p:nvPr/>
          </p:nvSpPr>
          <p:spPr>
            <a:xfrm>
              <a:off x="4373007" y="2936131"/>
              <a:ext cx="3445839" cy="1253978"/>
            </a:xfrm>
            <a:custGeom>
              <a:avLst/>
              <a:gdLst>
                <a:gd name="connsiteX0" fmla="*/ 3372975 w 3445839"/>
                <a:gd name="connsiteY0" fmla="*/ 726536 h 1253978"/>
                <a:gd name="connsiteX1" fmla="*/ 1859934 w 3445839"/>
                <a:gd name="connsiteY1" fmla="*/ 1229120 h 1253978"/>
                <a:gd name="connsiteX2" fmla="*/ 1587759 w 3445839"/>
                <a:gd name="connsiteY2" fmla="*/ 1229120 h 1253978"/>
                <a:gd name="connsiteX3" fmla="*/ 74771 w 3445839"/>
                <a:gd name="connsiteY3" fmla="*/ 726536 h 1253978"/>
                <a:gd name="connsiteX4" fmla="*/ 74771 w 3445839"/>
                <a:gd name="connsiteY4" fmla="*/ 521488 h 1253978"/>
                <a:gd name="connsiteX5" fmla="*/ 1587759 w 3445839"/>
                <a:gd name="connsiteY5" fmla="*/ 19173 h 1253978"/>
                <a:gd name="connsiteX6" fmla="*/ 1859934 w 3445839"/>
                <a:gd name="connsiteY6" fmla="*/ 19173 h 1253978"/>
                <a:gd name="connsiteX7" fmla="*/ 3372975 w 3445839"/>
                <a:gd name="connsiteY7" fmla="*/ 521757 h 1253978"/>
                <a:gd name="connsiteX8" fmla="*/ 3372975 w 3445839"/>
                <a:gd name="connsiteY8" fmla="*/ 726536 h 125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5839" h="1253978">
                  <a:moveTo>
                    <a:pt x="3372975" y="726536"/>
                  </a:moveTo>
                  <a:lnTo>
                    <a:pt x="1859934" y="1229120"/>
                  </a:lnTo>
                  <a:cubicBezTo>
                    <a:pt x="1771585" y="1258474"/>
                    <a:pt x="1676107" y="1258474"/>
                    <a:pt x="1587759" y="1229120"/>
                  </a:cubicBezTo>
                  <a:lnTo>
                    <a:pt x="74771" y="726536"/>
                  </a:lnTo>
                  <a:cubicBezTo>
                    <a:pt x="-23761" y="693782"/>
                    <a:pt x="-23761" y="554403"/>
                    <a:pt x="74771" y="521488"/>
                  </a:cubicBezTo>
                  <a:lnTo>
                    <a:pt x="1587759" y="19173"/>
                  </a:lnTo>
                  <a:cubicBezTo>
                    <a:pt x="1676107" y="-10181"/>
                    <a:pt x="1771585" y="-10181"/>
                    <a:pt x="1859934" y="19173"/>
                  </a:cubicBezTo>
                  <a:lnTo>
                    <a:pt x="3372975" y="521757"/>
                  </a:lnTo>
                  <a:cubicBezTo>
                    <a:pt x="3471291" y="554403"/>
                    <a:pt x="3471291" y="693674"/>
                    <a:pt x="3372975" y="726536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4146290-901F-CE97-D703-E34881202D15}"/>
              </a:ext>
            </a:extLst>
          </p:cNvPr>
          <p:cNvGrpSpPr/>
          <p:nvPr/>
        </p:nvGrpSpPr>
        <p:grpSpPr>
          <a:xfrm>
            <a:off x="4600238" y="1846666"/>
            <a:ext cx="2991524" cy="1496236"/>
            <a:chOff x="4373007" y="1733014"/>
            <a:chExt cx="3445985" cy="1723539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9AE8496-8848-3151-4A59-5BC073CC1E94}"/>
                </a:ext>
              </a:extLst>
            </p:cNvPr>
            <p:cNvSpPr/>
            <p:nvPr/>
          </p:nvSpPr>
          <p:spPr>
            <a:xfrm>
              <a:off x="4373023" y="2359383"/>
              <a:ext cx="3445969" cy="1097170"/>
            </a:xfrm>
            <a:custGeom>
              <a:avLst/>
              <a:gdLst>
                <a:gd name="connsiteX0" fmla="*/ 3446831 w 3445969"/>
                <a:gd name="connsiteY0" fmla="*/ 467204 h 1097170"/>
                <a:gd name="connsiteX1" fmla="*/ 3446831 w 3445969"/>
                <a:gd name="connsiteY1" fmla="*/ -2843 h 1097170"/>
                <a:gd name="connsiteX2" fmla="*/ 883 w 3445969"/>
                <a:gd name="connsiteY2" fmla="*/ -2843 h 1097170"/>
                <a:gd name="connsiteX3" fmla="*/ 883 w 3445969"/>
                <a:gd name="connsiteY3" fmla="*/ 467204 h 1097170"/>
                <a:gd name="connsiteX4" fmla="*/ 74755 w 3445969"/>
                <a:gd name="connsiteY4" fmla="*/ 569729 h 1097170"/>
                <a:gd name="connsiteX5" fmla="*/ 1587743 w 3445969"/>
                <a:gd name="connsiteY5" fmla="*/ 1072313 h 1097170"/>
                <a:gd name="connsiteX6" fmla="*/ 1859918 w 3445969"/>
                <a:gd name="connsiteY6" fmla="*/ 1072313 h 1097170"/>
                <a:gd name="connsiteX7" fmla="*/ 3372960 w 3445969"/>
                <a:gd name="connsiteY7" fmla="*/ 569729 h 1097170"/>
                <a:gd name="connsiteX8" fmla="*/ 3446831 w 3445969"/>
                <a:gd name="connsiteY8" fmla="*/ 467204 h 109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5969" h="1097170">
                  <a:moveTo>
                    <a:pt x="3446831" y="467204"/>
                  </a:moveTo>
                  <a:lnTo>
                    <a:pt x="3446831" y="-2843"/>
                  </a:lnTo>
                  <a:lnTo>
                    <a:pt x="883" y="-2843"/>
                  </a:lnTo>
                  <a:lnTo>
                    <a:pt x="883" y="467204"/>
                  </a:lnTo>
                  <a:cubicBezTo>
                    <a:pt x="209" y="513933"/>
                    <a:pt x="30221" y="555590"/>
                    <a:pt x="74755" y="569729"/>
                  </a:cubicBezTo>
                  <a:lnTo>
                    <a:pt x="1587743" y="1072313"/>
                  </a:lnTo>
                  <a:cubicBezTo>
                    <a:pt x="1676092" y="1101667"/>
                    <a:pt x="1771569" y="1101667"/>
                    <a:pt x="1859918" y="1072313"/>
                  </a:cubicBezTo>
                  <a:lnTo>
                    <a:pt x="3372960" y="569729"/>
                  </a:lnTo>
                  <a:cubicBezTo>
                    <a:pt x="3417493" y="555590"/>
                    <a:pt x="3447500" y="513933"/>
                    <a:pt x="3446831" y="46720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70000">
                  <a:schemeClr val="accent2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381000" dist="254000" dir="5400000" algn="t" rotWithShape="0">
                <a:schemeClr val="accent2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004F722-5732-2FAA-1C37-CA72A02AA065}"/>
                </a:ext>
              </a:extLst>
            </p:cNvPr>
            <p:cNvSpPr/>
            <p:nvPr/>
          </p:nvSpPr>
          <p:spPr>
            <a:xfrm>
              <a:off x="4373007" y="1733014"/>
              <a:ext cx="3445839" cy="1253978"/>
            </a:xfrm>
            <a:custGeom>
              <a:avLst/>
              <a:gdLst>
                <a:gd name="connsiteX0" fmla="*/ 3372975 w 3445839"/>
                <a:gd name="connsiteY0" fmla="*/ 726536 h 1253978"/>
                <a:gd name="connsiteX1" fmla="*/ 1859934 w 3445839"/>
                <a:gd name="connsiteY1" fmla="*/ 1229120 h 1253978"/>
                <a:gd name="connsiteX2" fmla="*/ 1587759 w 3445839"/>
                <a:gd name="connsiteY2" fmla="*/ 1229120 h 1253978"/>
                <a:gd name="connsiteX3" fmla="*/ 74771 w 3445839"/>
                <a:gd name="connsiteY3" fmla="*/ 726536 h 1253978"/>
                <a:gd name="connsiteX4" fmla="*/ 74771 w 3445839"/>
                <a:gd name="connsiteY4" fmla="*/ 521488 h 1253978"/>
                <a:gd name="connsiteX5" fmla="*/ 1587759 w 3445839"/>
                <a:gd name="connsiteY5" fmla="*/ 19173 h 1253978"/>
                <a:gd name="connsiteX6" fmla="*/ 1859934 w 3445839"/>
                <a:gd name="connsiteY6" fmla="*/ 19173 h 1253978"/>
                <a:gd name="connsiteX7" fmla="*/ 3372975 w 3445839"/>
                <a:gd name="connsiteY7" fmla="*/ 521757 h 1253978"/>
                <a:gd name="connsiteX8" fmla="*/ 3372975 w 3445839"/>
                <a:gd name="connsiteY8" fmla="*/ 726536 h 125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5839" h="1253978">
                  <a:moveTo>
                    <a:pt x="3372975" y="726536"/>
                  </a:moveTo>
                  <a:lnTo>
                    <a:pt x="1859934" y="1229120"/>
                  </a:lnTo>
                  <a:cubicBezTo>
                    <a:pt x="1771585" y="1258474"/>
                    <a:pt x="1676107" y="1258474"/>
                    <a:pt x="1587759" y="1229120"/>
                  </a:cubicBezTo>
                  <a:lnTo>
                    <a:pt x="74771" y="726536"/>
                  </a:lnTo>
                  <a:cubicBezTo>
                    <a:pt x="-23761" y="693782"/>
                    <a:pt x="-23761" y="554403"/>
                    <a:pt x="74771" y="521488"/>
                  </a:cubicBezTo>
                  <a:lnTo>
                    <a:pt x="1587759" y="19173"/>
                  </a:lnTo>
                  <a:cubicBezTo>
                    <a:pt x="1676107" y="-10181"/>
                    <a:pt x="1771585" y="-10181"/>
                    <a:pt x="1859934" y="19173"/>
                  </a:cubicBezTo>
                  <a:lnTo>
                    <a:pt x="3372975" y="521757"/>
                  </a:lnTo>
                  <a:cubicBezTo>
                    <a:pt x="3471291" y="554403"/>
                    <a:pt x="3471291" y="693674"/>
                    <a:pt x="3372975" y="726536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9BDBE8F-5A65-85DF-F0E9-4C231F32529C}"/>
              </a:ext>
            </a:extLst>
          </p:cNvPr>
          <p:cNvGrpSpPr/>
          <p:nvPr/>
        </p:nvGrpSpPr>
        <p:grpSpPr>
          <a:xfrm>
            <a:off x="4600238" y="643549"/>
            <a:ext cx="2991524" cy="1496236"/>
            <a:chOff x="4373007" y="529897"/>
            <a:chExt cx="3445985" cy="1723539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2196732-51F1-0F02-7F2A-3C90E2A2AADB}"/>
                </a:ext>
              </a:extLst>
            </p:cNvPr>
            <p:cNvSpPr/>
            <p:nvPr/>
          </p:nvSpPr>
          <p:spPr>
            <a:xfrm>
              <a:off x="4373023" y="1156266"/>
              <a:ext cx="3445969" cy="1097170"/>
            </a:xfrm>
            <a:custGeom>
              <a:avLst/>
              <a:gdLst>
                <a:gd name="connsiteX0" fmla="*/ 3446831 w 3445969"/>
                <a:gd name="connsiteY0" fmla="*/ 467204 h 1097170"/>
                <a:gd name="connsiteX1" fmla="*/ 3446831 w 3445969"/>
                <a:gd name="connsiteY1" fmla="*/ -2843 h 1097170"/>
                <a:gd name="connsiteX2" fmla="*/ 883 w 3445969"/>
                <a:gd name="connsiteY2" fmla="*/ -2843 h 1097170"/>
                <a:gd name="connsiteX3" fmla="*/ 883 w 3445969"/>
                <a:gd name="connsiteY3" fmla="*/ 467204 h 1097170"/>
                <a:gd name="connsiteX4" fmla="*/ 74755 w 3445969"/>
                <a:gd name="connsiteY4" fmla="*/ 569729 h 1097170"/>
                <a:gd name="connsiteX5" fmla="*/ 1587743 w 3445969"/>
                <a:gd name="connsiteY5" fmla="*/ 1072313 h 1097170"/>
                <a:gd name="connsiteX6" fmla="*/ 1859918 w 3445969"/>
                <a:gd name="connsiteY6" fmla="*/ 1072313 h 1097170"/>
                <a:gd name="connsiteX7" fmla="*/ 3372960 w 3445969"/>
                <a:gd name="connsiteY7" fmla="*/ 569729 h 1097170"/>
                <a:gd name="connsiteX8" fmla="*/ 3446831 w 3445969"/>
                <a:gd name="connsiteY8" fmla="*/ 467204 h 109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5969" h="1097170">
                  <a:moveTo>
                    <a:pt x="3446831" y="467204"/>
                  </a:moveTo>
                  <a:lnTo>
                    <a:pt x="3446831" y="-2843"/>
                  </a:lnTo>
                  <a:lnTo>
                    <a:pt x="883" y="-2843"/>
                  </a:lnTo>
                  <a:lnTo>
                    <a:pt x="883" y="467204"/>
                  </a:lnTo>
                  <a:cubicBezTo>
                    <a:pt x="209" y="513933"/>
                    <a:pt x="30221" y="555590"/>
                    <a:pt x="74755" y="569729"/>
                  </a:cubicBezTo>
                  <a:lnTo>
                    <a:pt x="1587743" y="1072313"/>
                  </a:lnTo>
                  <a:cubicBezTo>
                    <a:pt x="1676092" y="1101667"/>
                    <a:pt x="1771569" y="1101667"/>
                    <a:pt x="1859918" y="1072313"/>
                  </a:cubicBezTo>
                  <a:lnTo>
                    <a:pt x="3372960" y="569729"/>
                  </a:lnTo>
                  <a:cubicBezTo>
                    <a:pt x="3417493" y="555590"/>
                    <a:pt x="3447500" y="513933"/>
                    <a:pt x="3446831" y="467204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70000">
                  <a:schemeClr val="accent1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381000" dist="254000" dir="5400000" algn="t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2EB7E7D-1305-9107-80D7-9DAD3265A332}"/>
                </a:ext>
              </a:extLst>
            </p:cNvPr>
            <p:cNvSpPr/>
            <p:nvPr/>
          </p:nvSpPr>
          <p:spPr>
            <a:xfrm>
              <a:off x="4373007" y="529897"/>
              <a:ext cx="3445839" cy="1253978"/>
            </a:xfrm>
            <a:custGeom>
              <a:avLst/>
              <a:gdLst>
                <a:gd name="connsiteX0" fmla="*/ 3372975 w 3445839"/>
                <a:gd name="connsiteY0" fmla="*/ 726536 h 1253978"/>
                <a:gd name="connsiteX1" fmla="*/ 1859934 w 3445839"/>
                <a:gd name="connsiteY1" fmla="*/ 1229120 h 1253978"/>
                <a:gd name="connsiteX2" fmla="*/ 1587759 w 3445839"/>
                <a:gd name="connsiteY2" fmla="*/ 1229120 h 1253978"/>
                <a:gd name="connsiteX3" fmla="*/ 74771 w 3445839"/>
                <a:gd name="connsiteY3" fmla="*/ 726536 h 1253978"/>
                <a:gd name="connsiteX4" fmla="*/ 74771 w 3445839"/>
                <a:gd name="connsiteY4" fmla="*/ 521488 h 1253978"/>
                <a:gd name="connsiteX5" fmla="*/ 1587759 w 3445839"/>
                <a:gd name="connsiteY5" fmla="*/ 19173 h 1253978"/>
                <a:gd name="connsiteX6" fmla="*/ 1859934 w 3445839"/>
                <a:gd name="connsiteY6" fmla="*/ 19173 h 1253978"/>
                <a:gd name="connsiteX7" fmla="*/ 3372975 w 3445839"/>
                <a:gd name="connsiteY7" fmla="*/ 521757 h 1253978"/>
                <a:gd name="connsiteX8" fmla="*/ 3372975 w 3445839"/>
                <a:gd name="connsiteY8" fmla="*/ 726536 h 125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5839" h="1253978">
                  <a:moveTo>
                    <a:pt x="3372975" y="726536"/>
                  </a:moveTo>
                  <a:lnTo>
                    <a:pt x="1859934" y="1229120"/>
                  </a:lnTo>
                  <a:cubicBezTo>
                    <a:pt x="1771585" y="1258474"/>
                    <a:pt x="1676107" y="1258474"/>
                    <a:pt x="1587759" y="1229120"/>
                  </a:cubicBezTo>
                  <a:lnTo>
                    <a:pt x="74771" y="726536"/>
                  </a:lnTo>
                  <a:cubicBezTo>
                    <a:pt x="-23761" y="693782"/>
                    <a:pt x="-23761" y="554403"/>
                    <a:pt x="74771" y="521488"/>
                  </a:cubicBezTo>
                  <a:lnTo>
                    <a:pt x="1587759" y="19173"/>
                  </a:lnTo>
                  <a:cubicBezTo>
                    <a:pt x="1676107" y="-10181"/>
                    <a:pt x="1771585" y="-10181"/>
                    <a:pt x="1859934" y="19173"/>
                  </a:cubicBezTo>
                  <a:lnTo>
                    <a:pt x="3372975" y="521757"/>
                  </a:lnTo>
                  <a:cubicBezTo>
                    <a:pt x="3471291" y="554403"/>
                    <a:pt x="3471291" y="693674"/>
                    <a:pt x="3372975" y="726536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B9CFB127-4787-A97F-2D89-E35157D36D5A}"/>
              </a:ext>
            </a:extLst>
          </p:cNvPr>
          <p:cNvSpPr/>
          <p:nvPr/>
        </p:nvSpPr>
        <p:spPr>
          <a:xfrm>
            <a:off x="8473077" y="1166774"/>
            <a:ext cx="541618" cy="541616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414D36-75F3-F15B-CCEB-68BED03CF46D}"/>
              </a:ext>
            </a:extLst>
          </p:cNvPr>
          <p:cNvSpPr txBox="1"/>
          <p:nvPr/>
        </p:nvSpPr>
        <p:spPr>
          <a:xfrm>
            <a:off x="9142630" y="1104809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4B7A85-4966-C7D7-C14B-771C46F06BDE}"/>
              </a:ext>
            </a:extLst>
          </p:cNvPr>
          <p:cNvSpPr txBox="1"/>
          <p:nvPr/>
        </p:nvSpPr>
        <p:spPr>
          <a:xfrm>
            <a:off x="9142629" y="1356865"/>
            <a:ext cx="2455283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5B11011B-6200-9115-47BB-0D2700EFE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30085" y="1323781"/>
            <a:ext cx="227600" cy="227600"/>
          </a:xfrm>
          <a:prstGeom prst="rect">
            <a:avLst/>
          </a:prstGeom>
        </p:spPr>
      </p:pic>
      <p:sp>
        <p:nvSpPr>
          <p:cNvPr id="59" name="Oval 58">
            <a:extLst>
              <a:ext uri="{FF2B5EF4-FFF2-40B4-BE49-F238E27FC236}">
                <a16:creationId xmlns:a16="http://schemas.microsoft.com/office/drawing/2014/main" id="{C64381FB-182E-D783-C51E-ABBF1025760F}"/>
              </a:ext>
            </a:extLst>
          </p:cNvPr>
          <p:cNvSpPr/>
          <p:nvPr/>
        </p:nvSpPr>
        <p:spPr>
          <a:xfrm>
            <a:off x="8473077" y="3490965"/>
            <a:ext cx="541618" cy="541616"/>
          </a:xfrm>
          <a:prstGeom prst="ellipse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D09EA4-E30B-1281-E38C-400F0F4868F1}"/>
              </a:ext>
            </a:extLst>
          </p:cNvPr>
          <p:cNvSpPr txBox="1"/>
          <p:nvPr/>
        </p:nvSpPr>
        <p:spPr>
          <a:xfrm>
            <a:off x="9142630" y="3429000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6AAC94-2A97-4849-842E-A6CC0EDA1FFE}"/>
              </a:ext>
            </a:extLst>
          </p:cNvPr>
          <p:cNvSpPr txBox="1"/>
          <p:nvPr/>
        </p:nvSpPr>
        <p:spPr>
          <a:xfrm>
            <a:off x="9142629" y="3681056"/>
            <a:ext cx="2455283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7D764D5B-180E-9D71-8293-EF75C402E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30085" y="3647972"/>
            <a:ext cx="227600" cy="22760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A1AC9ADB-0FCF-C8B9-B955-D5BD99D60BB2}"/>
              </a:ext>
            </a:extLst>
          </p:cNvPr>
          <p:cNvSpPr txBox="1"/>
          <p:nvPr/>
        </p:nvSpPr>
        <p:spPr>
          <a:xfrm>
            <a:off x="2010304" y="2253436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FDD209-65E0-7D30-E685-C9AA9374FFC4}"/>
              </a:ext>
            </a:extLst>
          </p:cNvPr>
          <p:cNvSpPr txBox="1"/>
          <p:nvPr/>
        </p:nvSpPr>
        <p:spPr>
          <a:xfrm>
            <a:off x="594088" y="2505492"/>
            <a:ext cx="2455283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64B2D42-8A70-CF8C-D439-4A301F7DB5EE}"/>
              </a:ext>
            </a:extLst>
          </p:cNvPr>
          <p:cNvSpPr/>
          <p:nvPr/>
        </p:nvSpPr>
        <p:spPr>
          <a:xfrm>
            <a:off x="3177305" y="2315401"/>
            <a:ext cx="541618" cy="541616"/>
          </a:xfrm>
          <a:prstGeom prst="ellipse">
            <a:avLst/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17D34AF4-46E0-A271-E74E-8F88A71086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334313" y="2472408"/>
            <a:ext cx="227600" cy="22760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E91CB6F7-154E-C871-1657-4CFAE5D47A6F}"/>
              </a:ext>
            </a:extLst>
          </p:cNvPr>
          <p:cNvSpPr txBox="1"/>
          <p:nvPr/>
        </p:nvSpPr>
        <p:spPr>
          <a:xfrm>
            <a:off x="2319684" y="4577627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8205B4E-0F96-70AB-CF85-FC22BD1256AA}"/>
              </a:ext>
            </a:extLst>
          </p:cNvPr>
          <p:cNvSpPr txBox="1"/>
          <p:nvPr/>
        </p:nvSpPr>
        <p:spPr>
          <a:xfrm>
            <a:off x="594088" y="4829683"/>
            <a:ext cx="2455283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E23A491-3CC1-4BF4-D961-8C7A305566AE}"/>
              </a:ext>
            </a:extLst>
          </p:cNvPr>
          <p:cNvSpPr/>
          <p:nvPr/>
        </p:nvSpPr>
        <p:spPr>
          <a:xfrm>
            <a:off x="3177305" y="4639592"/>
            <a:ext cx="541618" cy="541616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90" name="Graphic 89">
            <a:extLst>
              <a:ext uri="{FF2B5EF4-FFF2-40B4-BE49-F238E27FC236}">
                <a16:creationId xmlns:a16="http://schemas.microsoft.com/office/drawing/2014/main" id="{2965238B-4239-3060-3E3F-BF8BA41604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334535" y="4796599"/>
            <a:ext cx="227155" cy="2276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0048D5-8311-1564-DE52-0AF946E585FD}"/>
              </a:ext>
            </a:extLst>
          </p:cNvPr>
          <p:cNvCxnSpPr>
            <a:cxnSpLocks/>
            <a:stCxn id="53" idx="2"/>
          </p:cNvCxnSpPr>
          <p:nvPr/>
        </p:nvCxnSpPr>
        <p:spPr>
          <a:xfrm flipH="1" flipV="1">
            <a:off x="7835303" y="1437581"/>
            <a:ext cx="637774" cy="1"/>
          </a:xfrm>
          <a:prstGeom prst="line">
            <a:avLst/>
          </a:prstGeom>
          <a:ln w="12700" cap="rnd">
            <a:solidFill>
              <a:schemeClr val="accent1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3B2347-2FBC-A734-7AB6-467888E12DAC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7835303" y="3761773"/>
            <a:ext cx="637774" cy="3227"/>
          </a:xfrm>
          <a:prstGeom prst="line">
            <a:avLst/>
          </a:prstGeom>
          <a:ln w="12700" cap="rnd">
            <a:solidFill>
              <a:schemeClr val="accent3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81E8DC-BB74-EE0B-080B-1677D4292CDD}"/>
              </a:ext>
            </a:extLst>
          </p:cNvPr>
          <p:cNvCxnSpPr>
            <a:cxnSpLocks/>
            <a:stCxn id="64" idx="6"/>
          </p:cNvCxnSpPr>
          <p:nvPr/>
        </p:nvCxnSpPr>
        <p:spPr>
          <a:xfrm>
            <a:off x="3718923" y="2586209"/>
            <a:ext cx="637549" cy="1794"/>
          </a:xfrm>
          <a:prstGeom prst="line">
            <a:avLst/>
          </a:prstGeom>
          <a:ln w="12700" cap="rnd">
            <a:solidFill>
              <a:schemeClr val="accent2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44838A-06C8-2B66-097D-757AD802E131}"/>
              </a:ext>
            </a:extLst>
          </p:cNvPr>
          <p:cNvCxnSpPr>
            <a:cxnSpLocks/>
            <a:stCxn id="89" idx="6"/>
          </p:cNvCxnSpPr>
          <p:nvPr/>
        </p:nvCxnSpPr>
        <p:spPr>
          <a:xfrm>
            <a:off x="3718923" y="4910400"/>
            <a:ext cx="637549" cy="5022"/>
          </a:xfrm>
          <a:prstGeom prst="line">
            <a:avLst/>
          </a:prstGeom>
          <a:ln w="12700" cap="rnd">
            <a:solidFill>
              <a:schemeClr val="accent4">
                <a:alpha val="60000"/>
              </a:schemeClr>
            </a:solidFill>
            <a:prstDash val="dash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018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15D04A2-11F9-D686-6E7D-CDEB5D46A9CB}"/>
              </a:ext>
            </a:extLst>
          </p:cNvPr>
          <p:cNvSpPr/>
          <p:nvPr/>
        </p:nvSpPr>
        <p:spPr>
          <a:xfrm>
            <a:off x="-1" y="0"/>
            <a:ext cx="8389258" cy="6858001"/>
          </a:xfrm>
          <a:custGeom>
            <a:avLst/>
            <a:gdLst>
              <a:gd name="connsiteX0" fmla="*/ 1805980 w 8653930"/>
              <a:gd name="connsiteY0" fmla="*/ 0 h 6858001"/>
              <a:gd name="connsiteX1" fmla="*/ 3021351 w 8653930"/>
              <a:gd name="connsiteY1" fmla="*/ 0 h 6858001"/>
              <a:gd name="connsiteX2" fmla="*/ 3012160 w 8653930"/>
              <a:gd name="connsiteY2" fmla="*/ 135218 h 6858001"/>
              <a:gd name="connsiteX3" fmla="*/ 3004721 w 8653930"/>
              <a:gd name="connsiteY3" fmla="*/ 464240 h 6858001"/>
              <a:gd name="connsiteX4" fmla="*/ 8426453 w 8653930"/>
              <a:gd name="connsiteY4" fmla="*/ 6849680 h 6858001"/>
              <a:gd name="connsiteX5" fmla="*/ 8653930 w 8653930"/>
              <a:gd name="connsiteY5" fmla="*/ 6856114 h 6858001"/>
              <a:gd name="connsiteX6" fmla="*/ 8653930 w 8653930"/>
              <a:gd name="connsiteY6" fmla="*/ 6858000 h 6858001"/>
              <a:gd name="connsiteX7" fmla="*/ 2510767 w 8653930"/>
              <a:gd name="connsiteY7" fmla="*/ 6858000 h 6858001"/>
              <a:gd name="connsiteX8" fmla="*/ 2510767 w 8653930"/>
              <a:gd name="connsiteY8" fmla="*/ 6858001 h 6858001"/>
              <a:gd name="connsiteX9" fmla="*/ 0 w 8653930"/>
              <a:gd name="connsiteY9" fmla="*/ 6858001 h 6858001"/>
              <a:gd name="connsiteX10" fmla="*/ 0 w 8653930"/>
              <a:gd name="connsiteY10" fmla="*/ 1 h 6858001"/>
              <a:gd name="connsiteX11" fmla="*/ 1805980 w 8653930"/>
              <a:gd name="connsiteY1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53930" h="6858001">
                <a:moveTo>
                  <a:pt x="1805980" y="0"/>
                </a:moveTo>
                <a:lnTo>
                  <a:pt x="3021351" y="0"/>
                </a:lnTo>
                <a:lnTo>
                  <a:pt x="3012160" y="135218"/>
                </a:lnTo>
                <a:cubicBezTo>
                  <a:pt x="3007221" y="244194"/>
                  <a:pt x="3004721" y="353891"/>
                  <a:pt x="3004721" y="464240"/>
                </a:cubicBezTo>
                <a:cubicBezTo>
                  <a:pt x="3004721" y="3885066"/>
                  <a:pt x="5406360" y="6678435"/>
                  <a:pt x="8426453" y="6849680"/>
                </a:cubicBezTo>
                <a:lnTo>
                  <a:pt x="8653930" y="6856114"/>
                </a:lnTo>
                <a:lnTo>
                  <a:pt x="8653930" y="6858000"/>
                </a:lnTo>
                <a:lnTo>
                  <a:pt x="2510767" y="6858000"/>
                </a:lnTo>
                <a:lnTo>
                  <a:pt x="2510767" y="6858001"/>
                </a:lnTo>
                <a:lnTo>
                  <a:pt x="0" y="6858001"/>
                </a:lnTo>
                <a:lnTo>
                  <a:pt x="0" y="1"/>
                </a:lnTo>
                <a:lnTo>
                  <a:pt x="1805980" y="1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CD0CFBE-BEF4-0EF2-26D5-3B435FC96272}"/>
              </a:ext>
            </a:extLst>
          </p:cNvPr>
          <p:cNvSpPr/>
          <p:nvPr/>
        </p:nvSpPr>
        <p:spPr>
          <a:xfrm>
            <a:off x="3059782" y="4906394"/>
            <a:ext cx="3445969" cy="1097170"/>
          </a:xfrm>
          <a:custGeom>
            <a:avLst/>
            <a:gdLst>
              <a:gd name="connsiteX0" fmla="*/ 3446831 w 3445969"/>
              <a:gd name="connsiteY0" fmla="*/ 467204 h 1097170"/>
              <a:gd name="connsiteX1" fmla="*/ 3446831 w 3445969"/>
              <a:gd name="connsiteY1" fmla="*/ -2843 h 1097170"/>
              <a:gd name="connsiteX2" fmla="*/ 883 w 3445969"/>
              <a:gd name="connsiteY2" fmla="*/ -2843 h 1097170"/>
              <a:gd name="connsiteX3" fmla="*/ 883 w 3445969"/>
              <a:gd name="connsiteY3" fmla="*/ 467204 h 1097170"/>
              <a:gd name="connsiteX4" fmla="*/ 74755 w 3445969"/>
              <a:gd name="connsiteY4" fmla="*/ 569729 h 1097170"/>
              <a:gd name="connsiteX5" fmla="*/ 1587743 w 3445969"/>
              <a:gd name="connsiteY5" fmla="*/ 1072313 h 1097170"/>
              <a:gd name="connsiteX6" fmla="*/ 1859918 w 3445969"/>
              <a:gd name="connsiteY6" fmla="*/ 1072313 h 1097170"/>
              <a:gd name="connsiteX7" fmla="*/ 3372960 w 3445969"/>
              <a:gd name="connsiteY7" fmla="*/ 569729 h 1097170"/>
              <a:gd name="connsiteX8" fmla="*/ 3446831 w 3445969"/>
              <a:gd name="connsiteY8" fmla="*/ 467204 h 1097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5969" h="1097170">
                <a:moveTo>
                  <a:pt x="3446831" y="467204"/>
                </a:moveTo>
                <a:lnTo>
                  <a:pt x="3446831" y="-2843"/>
                </a:lnTo>
                <a:lnTo>
                  <a:pt x="883" y="-2843"/>
                </a:lnTo>
                <a:lnTo>
                  <a:pt x="883" y="467204"/>
                </a:lnTo>
                <a:cubicBezTo>
                  <a:pt x="209" y="513933"/>
                  <a:pt x="30221" y="555590"/>
                  <a:pt x="74755" y="569729"/>
                </a:cubicBezTo>
                <a:lnTo>
                  <a:pt x="1587743" y="1072313"/>
                </a:lnTo>
                <a:cubicBezTo>
                  <a:pt x="1676092" y="1101667"/>
                  <a:pt x="1771569" y="1101667"/>
                  <a:pt x="1859918" y="1072313"/>
                </a:cubicBezTo>
                <a:lnTo>
                  <a:pt x="3372960" y="569729"/>
                </a:lnTo>
                <a:cubicBezTo>
                  <a:pt x="3417493" y="555590"/>
                  <a:pt x="3447500" y="513933"/>
                  <a:pt x="3446831" y="46720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7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0" dist="254000" dir="5400000" algn="t" rotWithShape="0">
              <a:schemeClr val="accent4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C16ACE5-5572-CC57-E5F6-3485ED181A4F}"/>
              </a:ext>
            </a:extLst>
          </p:cNvPr>
          <p:cNvSpPr/>
          <p:nvPr/>
        </p:nvSpPr>
        <p:spPr>
          <a:xfrm>
            <a:off x="3059766" y="4280025"/>
            <a:ext cx="3445839" cy="1253978"/>
          </a:xfrm>
          <a:custGeom>
            <a:avLst/>
            <a:gdLst>
              <a:gd name="connsiteX0" fmla="*/ 3372975 w 3445839"/>
              <a:gd name="connsiteY0" fmla="*/ 726536 h 1253978"/>
              <a:gd name="connsiteX1" fmla="*/ 1859934 w 3445839"/>
              <a:gd name="connsiteY1" fmla="*/ 1229120 h 1253978"/>
              <a:gd name="connsiteX2" fmla="*/ 1587759 w 3445839"/>
              <a:gd name="connsiteY2" fmla="*/ 1229120 h 1253978"/>
              <a:gd name="connsiteX3" fmla="*/ 74771 w 3445839"/>
              <a:gd name="connsiteY3" fmla="*/ 726536 h 1253978"/>
              <a:gd name="connsiteX4" fmla="*/ 74771 w 3445839"/>
              <a:gd name="connsiteY4" fmla="*/ 521488 h 1253978"/>
              <a:gd name="connsiteX5" fmla="*/ 1587759 w 3445839"/>
              <a:gd name="connsiteY5" fmla="*/ 19173 h 1253978"/>
              <a:gd name="connsiteX6" fmla="*/ 1859934 w 3445839"/>
              <a:gd name="connsiteY6" fmla="*/ 19173 h 1253978"/>
              <a:gd name="connsiteX7" fmla="*/ 3372975 w 3445839"/>
              <a:gd name="connsiteY7" fmla="*/ 521757 h 1253978"/>
              <a:gd name="connsiteX8" fmla="*/ 3372975 w 3445839"/>
              <a:gd name="connsiteY8" fmla="*/ 726536 h 1253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5839" h="1253978">
                <a:moveTo>
                  <a:pt x="3372975" y="726536"/>
                </a:moveTo>
                <a:lnTo>
                  <a:pt x="1859934" y="1229120"/>
                </a:lnTo>
                <a:cubicBezTo>
                  <a:pt x="1771585" y="1258474"/>
                  <a:pt x="1676107" y="1258474"/>
                  <a:pt x="1587759" y="1229120"/>
                </a:cubicBezTo>
                <a:lnTo>
                  <a:pt x="74771" y="726536"/>
                </a:lnTo>
                <a:cubicBezTo>
                  <a:pt x="-23761" y="693782"/>
                  <a:pt x="-23761" y="554403"/>
                  <a:pt x="74771" y="521488"/>
                </a:cubicBezTo>
                <a:lnTo>
                  <a:pt x="1587759" y="19173"/>
                </a:lnTo>
                <a:cubicBezTo>
                  <a:pt x="1676107" y="-10181"/>
                  <a:pt x="1771585" y="-10181"/>
                  <a:pt x="1859934" y="19173"/>
                </a:cubicBezTo>
                <a:lnTo>
                  <a:pt x="3372975" y="521757"/>
                </a:lnTo>
                <a:cubicBezTo>
                  <a:pt x="3471291" y="554403"/>
                  <a:pt x="3471291" y="693674"/>
                  <a:pt x="3372975" y="726536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F6F29B4-EEA8-B872-B6B7-F1875E74055F}"/>
              </a:ext>
            </a:extLst>
          </p:cNvPr>
          <p:cNvSpPr/>
          <p:nvPr/>
        </p:nvSpPr>
        <p:spPr>
          <a:xfrm>
            <a:off x="7532750" y="4864381"/>
            <a:ext cx="541618" cy="541616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D1BF0C-DC37-B7E2-6ABE-E36BCF84AF8D}"/>
              </a:ext>
            </a:extLst>
          </p:cNvPr>
          <p:cNvSpPr txBox="1"/>
          <p:nvPr/>
        </p:nvSpPr>
        <p:spPr>
          <a:xfrm>
            <a:off x="8194901" y="4802416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B92C91-3845-5B36-4138-A5E989AB5679}"/>
              </a:ext>
            </a:extLst>
          </p:cNvPr>
          <p:cNvSpPr txBox="1"/>
          <p:nvPr/>
        </p:nvSpPr>
        <p:spPr>
          <a:xfrm>
            <a:off x="8194900" y="5054472"/>
            <a:ext cx="331718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2D9B472D-3344-AFC5-6FA7-0829360FF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89980" y="5021388"/>
            <a:ext cx="227155" cy="227600"/>
          </a:xfrm>
          <a:prstGeom prst="rect">
            <a:avLst/>
          </a:prstGeom>
        </p:spPr>
      </p:pic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7A4B21-C919-71B5-B87C-9149FCFCCE7F}"/>
              </a:ext>
            </a:extLst>
          </p:cNvPr>
          <p:cNvSpPr/>
          <p:nvPr/>
        </p:nvSpPr>
        <p:spPr>
          <a:xfrm>
            <a:off x="2338507" y="3612681"/>
            <a:ext cx="3445969" cy="1097170"/>
          </a:xfrm>
          <a:custGeom>
            <a:avLst/>
            <a:gdLst>
              <a:gd name="connsiteX0" fmla="*/ 3446831 w 3445969"/>
              <a:gd name="connsiteY0" fmla="*/ 467204 h 1097170"/>
              <a:gd name="connsiteX1" fmla="*/ 3446831 w 3445969"/>
              <a:gd name="connsiteY1" fmla="*/ -2843 h 1097170"/>
              <a:gd name="connsiteX2" fmla="*/ 883 w 3445969"/>
              <a:gd name="connsiteY2" fmla="*/ -2843 h 1097170"/>
              <a:gd name="connsiteX3" fmla="*/ 883 w 3445969"/>
              <a:gd name="connsiteY3" fmla="*/ 467204 h 1097170"/>
              <a:gd name="connsiteX4" fmla="*/ 74755 w 3445969"/>
              <a:gd name="connsiteY4" fmla="*/ 569729 h 1097170"/>
              <a:gd name="connsiteX5" fmla="*/ 1587743 w 3445969"/>
              <a:gd name="connsiteY5" fmla="*/ 1072313 h 1097170"/>
              <a:gd name="connsiteX6" fmla="*/ 1859918 w 3445969"/>
              <a:gd name="connsiteY6" fmla="*/ 1072313 h 1097170"/>
              <a:gd name="connsiteX7" fmla="*/ 3372960 w 3445969"/>
              <a:gd name="connsiteY7" fmla="*/ 569729 h 1097170"/>
              <a:gd name="connsiteX8" fmla="*/ 3446831 w 3445969"/>
              <a:gd name="connsiteY8" fmla="*/ 467204 h 1097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5969" h="1097170">
                <a:moveTo>
                  <a:pt x="3446831" y="467204"/>
                </a:moveTo>
                <a:lnTo>
                  <a:pt x="3446831" y="-2843"/>
                </a:lnTo>
                <a:lnTo>
                  <a:pt x="883" y="-2843"/>
                </a:lnTo>
                <a:lnTo>
                  <a:pt x="883" y="467204"/>
                </a:lnTo>
                <a:cubicBezTo>
                  <a:pt x="209" y="513933"/>
                  <a:pt x="30221" y="555590"/>
                  <a:pt x="74755" y="569729"/>
                </a:cubicBezTo>
                <a:lnTo>
                  <a:pt x="1587743" y="1072313"/>
                </a:lnTo>
                <a:cubicBezTo>
                  <a:pt x="1676092" y="1101667"/>
                  <a:pt x="1771569" y="1101667"/>
                  <a:pt x="1859918" y="1072313"/>
                </a:cubicBezTo>
                <a:lnTo>
                  <a:pt x="3372960" y="569729"/>
                </a:lnTo>
                <a:cubicBezTo>
                  <a:pt x="3417493" y="555590"/>
                  <a:pt x="3447500" y="513933"/>
                  <a:pt x="3446831" y="467204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7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0" dist="254000" dir="5400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4939A42-C4EC-E326-3985-7DA7212A2BC0}"/>
              </a:ext>
            </a:extLst>
          </p:cNvPr>
          <p:cNvSpPr/>
          <p:nvPr/>
        </p:nvSpPr>
        <p:spPr>
          <a:xfrm>
            <a:off x="2338491" y="2986312"/>
            <a:ext cx="3445839" cy="1253978"/>
          </a:xfrm>
          <a:custGeom>
            <a:avLst/>
            <a:gdLst>
              <a:gd name="connsiteX0" fmla="*/ 3372975 w 3445839"/>
              <a:gd name="connsiteY0" fmla="*/ 726536 h 1253978"/>
              <a:gd name="connsiteX1" fmla="*/ 1859934 w 3445839"/>
              <a:gd name="connsiteY1" fmla="*/ 1229120 h 1253978"/>
              <a:gd name="connsiteX2" fmla="*/ 1587759 w 3445839"/>
              <a:gd name="connsiteY2" fmla="*/ 1229120 h 1253978"/>
              <a:gd name="connsiteX3" fmla="*/ 74771 w 3445839"/>
              <a:gd name="connsiteY3" fmla="*/ 726536 h 1253978"/>
              <a:gd name="connsiteX4" fmla="*/ 74771 w 3445839"/>
              <a:gd name="connsiteY4" fmla="*/ 521488 h 1253978"/>
              <a:gd name="connsiteX5" fmla="*/ 1587759 w 3445839"/>
              <a:gd name="connsiteY5" fmla="*/ 19173 h 1253978"/>
              <a:gd name="connsiteX6" fmla="*/ 1859934 w 3445839"/>
              <a:gd name="connsiteY6" fmla="*/ 19173 h 1253978"/>
              <a:gd name="connsiteX7" fmla="*/ 3372975 w 3445839"/>
              <a:gd name="connsiteY7" fmla="*/ 521757 h 1253978"/>
              <a:gd name="connsiteX8" fmla="*/ 3372975 w 3445839"/>
              <a:gd name="connsiteY8" fmla="*/ 726536 h 1253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5839" h="1253978">
                <a:moveTo>
                  <a:pt x="3372975" y="726536"/>
                </a:moveTo>
                <a:lnTo>
                  <a:pt x="1859934" y="1229120"/>
                </a:lnTo>
                <a:cubicBezTo>
                  <a:pt x="1771585" y="1258474"/>
                  <a:pt x="1676107" y="1258474"/>
                  <a:pt x="1587759" y="1229120"/>
                </a:cubicBezTo>
                <a:lnTo>
                  <a:pt x="74771" y="726536"/>
                </a:lnTo>
                <a:cubicBezTo>
                  <a:pt x="-23761" y="693782"/>
                  <a:pt x="-23761" y="554403"/>
                  <a:pt x="74771" y="521488"/>
                </a:cubicBezTo>
                <a:lnTo>
                  <a:pt x="1587759" y="19173"/>
                </a:lnTo>
                <a:cubicBezTo>
                  <a:pt x="1676107" y="-10181"/>
                  <a:pt x="1771585" y="-10181"/>
                  <a:pt x="1859934" y="19173"/>
                </a:cubicBezTo>
                <a:lnTo>
                  <a:pt x="3372975" y="521757"/>
                </a:lnTo>
                <a:cubicBezTo>
                  <a:pt x="3471291" y="554403"/>
                  <a:pt x="3471291" y="693674"/>
                  <a:pt x="3372975" y="726536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4D31A7D-8EEC-3379-AD68-7595A7C8238C}"/>
              </a:ext>
            </a:extLst>
          </p:cNvPr>
          <p:cNvSpPr/>
          <p:nvPr/>
        </p:nvSpPr>
        <p:spPr>
          <a:xfrm>
            <a:off x="6811475" y="3570668"/>
            <a:ext cx="541618" cy="541616"/>
          </a:xfrm>
          <a:prstGeom prst="ellipse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FBB295-9C6C-BEA4-1B6C-79294ABBA8A8}"/>
              </a:ext>
            </a:extLst>
          </p:cNvPr>
          <p:cNvSpPr txBox="1"/>
          <p:nvPr/>
        </p:nvSpPr>
        <p:spPr>
          <a:xfrm>
            <a:off x="7473626" y="3508703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0F92FB-34A0-52F6-B8D9-F5349043F2CC}"/>
              </a:ext>
            </a:extLst>
          </p:cNvPr>
          <p:cNvSpPr txBox="1"/>
          <p:nvPr/>
        </p:nvSpPr>
        <p:spPr>
          <a:xfrm>
            <a:off x="7473625" y="3760759"/>
            <a:ext cx="331718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EA353B9-31F2-BA6F-6F20-DEA1C84E74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968483" y="3727675"/>
            <a:ext cx="227600" cy="2276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BE96CD2-57DE-2DDD-31CF-2118130D2EB5}"/>
              </a:ext>
            </a:extLst>
          </p:cNvPr>
          <p:cNvSpPr/>
          <p:nvPr/>
        </p:nvSpPr>
        <p:spPr>
          <a:xfrm>
            <a:off x="1617231" y="2318969"/>
            <a:ext cx="3445969" cy="1097170"/>
          </a:xfrm>
          <a:custGeom>
            <a:avLst/>
            <a:gdLst>
              <a:gd name="connsiteX0" fmla="*/ 3446831 w 3445969"/>
              <a:gd name="connsiteY0" fmla="*/ 467204 h 1097170"/>
              <a:gd name="connsiteX1" fmla="*/ 3446831 w 3445969"/>
              <a:gd name="connsiteY1" fmla="*/ -2843 h 1097170"/>
              <a:gd name="connsiteX2" fmla="*/ 883 w 3445969"/>
              <a:gd name="connsiteY2" fmla="*/ -2843 h 1097170"/>
              <a:gd name="connsiteX3" fmla="*/ 883 w 3445969"/>
              <a:gd name="connsiteY3" fmla="*/ 467204 h 1097170"/>
              <a:gd name="connsiteX4" fmla="*/ 74755 w 3445969"/>
              <a:gd name="connsiteY4" fmla="*/ 569729 h 1097170"/>
              <a:gd name="connsiteX5" fmla="*/ 1587743 w 3445969"/>
              <a:gd name="connsiteY5" fmla="*/ 1072313 h 1097170"/>
              <a:gd name="connsiteX6" fmla="*/ 1859918 w 3445969"/>
              <a:gd name="connsiteY6" fmla="*/ 1072313 h 1097170"/>
              <a:gd name="connsiteX7" fmla="*/ 3372960 w 3445969"/>
              <a:gd name="connsiteY7" fmla="*/ 569729 h 1097170"/>
              <a:gd name="connsiteX8" fmla="*/ 3446831 w 3445969"/>
              <a:gd name="connsiteY8" fmla="*/ 467204 h 1097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5969" h="1097170">
                <a:moveTo>
                  <a:pt x="3446831" y="467204"/>
                </a:moveTo>
                <a:lnTo>
                  <a:pt x="3446831" y="-2843"/>
                </a:lnTo>
                <a:lnTo>
                  <a:pt x="883" y="-2843"/>
                </a:lnTo>
                <a:lnTo>
                  <a:pt x="883" y="467204"/>
                </a:lnTo>
                <a:cubicBezTo>
                  <a:pt x="209" y="513933"/>
                  <a:pt x="30221" y="555590"/>
                  <a:pt x="74755" y="569729"/>
                </a:cubicBezTo>
                <a:lnTo>
                  <a:pt x="1587743" y="1072313"/>
                </a:lnTo>
                <a:cubicBezTo>
                  <a:pt x="1676092" y="1101667"/>
                  <a:pt x="1771569" y="1101667"/>
                  <a:pt x="1859918" y="1072313"/>
                </a:cubicBezTo>
                <a:lnTo>
                  <a:pt x="3372960" y="569729"/>
                </a:lnTo>
                <a:cubicBezTo>
                  <a:pt x="3417493" y="555590"/>
                  <a:pt x="3447500" y="513933"/>
                  <a:pt x="3446831" y="46720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70000">
                <a:schemeClr val="accent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0" dist="254000" dir="5400000" algn="t" rotWithShape="0">
              <a:schemeClr val="accent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D3535B1-AC8A-4649-4E8C-A331672F18D3}"/>
              </a:ext>
            </a:extLst>
          </p:cNvPr>
          <p:cNvSpPr/>
          <p:nvPr/>
        </p:nvSpPr>
        <p:spPr>
          <a:xfrm>
            <a:off x="1617215" y="1692600"/>
            <a:ext cx="3445839" cy="1253978"/>
          </a:xfrm>
          <a:custGeom>
            <a:avLst/>
            <a:gdLst>
              <a:gd name="connsiteX0" fmla="*/ 3372975 w 3445839"/>
              <a:gd name="connsiteY0" fmla="*/ 726536 h 1253978"/>
              <a:gd name="connsiteX1" fmla="*/ 1859934 w 3445839"/>
              <a:gd name="connsiteY1" fmla="*/ 1229120 h 1253978"/>
              <a:gd name="connsiteX2" fmla="*/ 1587759 w 3445839"/>
              <a:gd name="connsiteY2" fmla="*/ 1229120 h 1253978"/>
              <a:gd name="connsiteX3" fmla="*/ 74771 w 3445839"/>
              <a:gd name="connsiteY3" fmla="*/ 726536 h 1253978"/>
              <a:gd name="connsiteX4" fmla="*/ 74771 w 3445839"/>
              <a:gd name="connsiteY4" fmla="*/ 521488 h 1253978"/>
              <a:gd name="connsiteX5" fmla="*/ 1587759 w 3445839"/>
              <a:gd name="connsiteY5" fmla="*/ 19173 h 1253978"/>
              <a:gd name="connsiteX6" fmla="*/ 1859934 w 3445839"/>
              <a:gd name="connsiteY6" fmla="*/ 19173 h 1253978"/>
              <a:gd name="connsiteX7" fmla="*/ 3372975 w 3445839"/>
              <a:gd name="connsiteY7" fmla="*/ 521757 h 1253978"/>
              <a:gd name="connsiteX8" fmla="*/ 3372975 w 3445839"/>
              <a:gd name="connsiteY8" fmla="*/ 726536 h 1253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5839" h="1253978">
                <a:moveTo>
                  <a:pt x="3372975" y="726536"/>
                </a:moveTo>
                <a:lnTo>
                  <a:pt x="1859934" y="1229120"/>
                </a:lnTo>
                <a:cubicBezTo>
                  <a:pt x="1771585" y="1258474"/>
                  <a:pt x="1676107" y="1258474"/>
                  <a:pt x="1587759" y="1229120"/>
                </a:cubicBezTo>
                <a:lnTo>
                  <a:pt x="74771" y="726536"/>
                </a:lnTo>
                <a:cubicBezTo>
                  <a:pt x="-23761" y="693782"/>
                  <a:pt x="-23761" y="554403"/>
                  <a:pt x="74771" y="521488"/>
                </a:cubicBezTo>
                <a:lnTo>
                  <a:pt x="1587759" y="19173"/>
                </a:lnTo>
                <a:cubicBezTo>
                  <a:pt x="1676107" y="-10181"/>
                  <a:pt x="1771585" y="-10181"/>
                  <a:pt x="1859934" y="19173"/>
                </a:cubicBezTo>
                <a:lnTo>
                  <a:pt x="3372975" y="521757"/>
                </a:lnTo>
                <a:cubicBezTo>
                  <a:pt x="3471291" y="554403"/>
                  <a:pt x="3471291" y="693674"/>
                  <a:pt x="3372975" y="726536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1768E06-FD56-F2CE-092C-EAF0F784A2E2}"/>
              </a:ext>
            </a:extLst>
          </p:cNvPr>
          <p:cNvSpPr/>
          <p:nvPr/>
        </p:nvSpPr>
        <p:spPr>
          <a:xfrm>
            <a:off x="6090199" y="2276956"/>
            <a:ext cx="541618" cy="541616"/>
          </a:xfrm>
          <a:prstGeom prst="ellipse">
            <a:avLst/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CC904F-FADD-1693-6FBB-4778F5EBE83E}"/>
              </a:ext>
            </a:extLst>
          </p:cNvPr>
          <p:cNvSpPr txBox="1"/>
          <p:nvPr/>
        </p:nvSpPr>
        <p:spPr>
          <a:xfrm>
            <a:off x="6752350" y="2214991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EC6A14-FA22-8930-A4A9-42E808F383D2}"/>
              </a:ext>
            </a:extLst>
          </p:cNvPr>
          <p:cNvSpPr txBox="1"/>
          <p:nvPr/>
        </p:nvSpPr>
        <p:spPr>
          <a:xfrm>
            <a:off x="6752349" y="2467047"/>
            <a:ext cx="331718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36EFB373-0A11-F0B4-F3AD-3C35850AC7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247207" y="2433963"/>
            <a:ext cx="227600" cy="227600"/>
          </a:xfrm>
          <a:prstGeom prst="rect">
            <a:avLst/>
          </a:prstGeom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64339EC-9E28-B08F-F4B4-40BB79037735}"/>
              </a:ext>
            </a:extLst>
          </p:cNvPr>
          <p:cNvSpPr/>
          <p:nvPr/>
        </p:nvSpPr>
        <p:spPr>
          <a:xfrm>
            <a:off x="895955" y="1025257"/>
            <a:ext cx="3445969" cy="1097170"/>
          </a:xfrm>
          <a:custGeom>
            <a:avLst/>
            <a:gdLst>
              <a:gd name="connsiteX0" fmla="*/ 3446831 w 3445969"/>
              <a:gd name="connsiteY0" fmla="*/ 467204 h 1097170"/>
              <a:gd name="connsiteX1" fmla="*/ 3446831 w 3445969"/>
              <a:gd name="connsiteY1" fmla="*/ -2843 h 1097170"/>
              <a:gd name="connsiteX2" fmla="*/ 883 w 3445969"/>
              <a:gd name="connsiteY2" fmla="*/ -2843 h 1097170"/>
              <a:gd name="connsiteX3" fmla="*/ 883 w 3445969"/>
              <a:gd name="connsiteY3" fmla="*/ 467204 h 1097170"/>
              <a:gd name="connsiteX4" fmla="*/ 74755 w 3445969"/>
              <a:gd name="connsiteY4" fmla="*/ 569729 h 1097170"/>
              <a:gd name="connsiteX5" fmla="*/ 1587743 w 3445969"/>
              <a:gd name="connsiteY5" fmla="*/ 1072313 h 1097170"/>
              <a:gd name="connsiteX6" fmla="*/ 1859918 w 3445969"/>
              <a:gd name="connsiteY6" fmla="*/ 1072313 h 1097170"/>
              <a:gd name="connsiteX7" fmla="*/ 3372960 w 3445969"/>
              <a:gd name="connsiteY7" fmla="*/ 569729 h 1097170"/>
              <a:gd name="connsiteX8" fmla="*/ 3446831 w 3445969"/>
              <a:gd name="connsiteY8" fmla="*/ 467204 h 1097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5969" h="1097170">
                <a:moveTo>
                  <a:pt x="3446831" y="467204"/>
                </a:moveTo>
                <a:lnTo>
                  <a:pt x="3446831" y="-2843"/>
                </a:lnTo>
                <a:lnTo>
                  <a:pt x="883" y="-2843"/>
                </a:lnTo>
                <a:lnTo>
                  <a:pt x="883" y="467204"/>
                </a:lnTo>
                <a:cubicBezTo>
                  <a:pt x="209" y="513933"/>
                  <a:pt x="30221" y="555590"/>
                  <a:pt x="74755" y="569729"/>
                </a:cubicBezTo>
                <a:lnTo>
                  <a:pt x="1587743" y="1072313"/>
                </a:lnTo>
                <a:cubicBezTo>
                  <a:pt x="1676092" y="1101667"/>
                  <a:pt x="1771569" y="1101667"/>
                  <a:pt x="1859918" y="1072313"/>
                </a:cubicBezTo>
                <a:lnTo>
                  <a:pt x="3372960" y="569729"/>
                </a:lnTo>
                <a:cubicBezTo>
                  <a:pt x="3417493" y="555590"/>
                  <a:pt x="3447500" y="513933"/>
                  <a:pt x="3446831" y="46720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0" dist="254000" dir="5400000" algn="t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C8554678-6B7F-0AE1-65A9-550798D48B2F}"/>
              </a:ext>
            </a:extLst>
          </p:cNvPr>
          <p:cNvSpPr/>
          <p:nvPr/>
        </p:nvSpPr>
        <p:spPr>
          <a:xfrm>
            <a:off x="895939" y="398888"/>
            <a:ext cx="3445839" cy="1253978"/>
          </a:xfrm>
          <a:custGeom>
            <a:avLst/>
            <a:gdLst>
              <a:gd name="connsiteX0" fmla="*/ 3372975 w 3445839"/>
              <a:gd name="connsiteY0" fmla="*/ 726536 h 1253978"/>
              <a:gd name="connsiteX1" fmla="*/ 1859934 w 3445839"/>
              <a:gd name="connsiteY1" fmla="*/ 1229120 h 1253978"/>
              <a:gd name="connsiteX2" fmla="*/ 1587759 w 3445839"/>
              <a:gd name="connsiteY2" fmla="*/ 1229120 h 1253978"/>
              <a:gd name="connsiteX3" fmla="*/ 74771 w 3445839"/>
              <a:gd name="connsiteY3" fmla="*/ 726536 h 1253978"/>
              <a:gd name="connsiteX4" fmla="*/ 74771 w 3445839"/>
              <a:gd name="connsiteY4" fmla="*/ 521488 h 1253978"/>
              <a:gd name="connsiteX5" fmla="*/ 1587759 w 3445839"/>
              <a:gd name="connsiteY5" fmla="*/ 19173 h 1253978"/>
              <a:gd name="connsiteX6" fmla="*/ 1859934 w 3445839"/>
              <a:gd name="connsiteY6" fmla="*/ 19173 h 1253978"/>
              <a:gd name="connsiteX7" fmla="*/ 3372975 w 3445839"/>
              <a:gd name="connsiteY7" fmla="*/ 521757 h 1253978"/>
              <a:gd name="connsiteX8" fmla="*/ 3372975 w 3445839"/>
              <a:gd name="connsiteY8" fmla="*/ 726536 h 1253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5839" h="1253978">
                <a:moveTo>
                  <a:pt x="3372975" y="726536"/>
                </a:moveTo>
                <a:lnTo>
                  <a:pt x="1859934" y="1229120"/>
                </a:lnTo>
                <a:cubicBezTo>
                  <a:pt x="1771585" y="1258474"/>
                  <a:pt x="1676107" y="1258474"/>
                  <a:pt x="1587759" y="1229120"/>
                </a:cubicBezTo>
                <a:lnTo>
                  <a:pt x="74771" y="726536"/>
                </a:lnTo>
                <a:cubicBezTo>
                  <a:pt x="-23761" y="693782"/>
                  <a:pt x="-23761" y="554403"/>
                  <a:pt x="74771" y="521488"/>
                </a:cubicBezTo>
                <a:lnTo>
                  <a:pt x="1587759" y="19173"/>
                </a:lnTo>
                <a:cubicBezTo>
                  <a:pt x="1676107" y="-10181"/>
                  <a:pt x="1771585" y="-10181"/>
                  <a:pt x="1859934" y="19173"/>
                </a:cubicBezTo>
                <a:lnTo>
                  <a:pt x="3372975" y="521757"/>
                </a:lnTo>
                <a:cubicBezTo>
                  <a:pt x="3471291" y="554403"/>
                  <a:pt x="3471291" y="693674"/>
                  <a:pt x="3372975" y="726536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6289881-3F30-2F61-34C4-EF7F899F22B4}"/>
              </a:ext>
            </a:extLst>
          </p:cNvPr>
          <p:cNvSpPr/>
          <p:nvPr/>
        </p:nvSpPr>
        <p:spPr>
          <a:xfrm>
            <a:off x="5368923" y="983244"/>
            <a:ext cx="541618" cy="541616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B3D731-CE35-913B-55F5-D2F8FE491137}"/>
              </a:ext>
            </a:extLst>
          </p:cNvPr>
          <p:cNvSpPr txBox="1"/>
          <p:nvPr/>
        </p:nvSpPr>
        <p:spPr>
          <a:xfrm>
            <a:off x="6031074" y="921279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315036-F118-5610-63A1-1602F5A83987}"/>
              </a:ext>
            </a:extLst>
          </p:cNvPr>
          <p:cNvSpPr txBox="1"/>
          <p:nvPr/>
        </p:nvSpPr>
        <p:spPr>
          <a:xfrm>
            <a:off x="6031073" y="1173335"/>
            <a:ext cx="3317186" cy="55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BA3A3DF2-8456-B8C7-6907-517750F902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525931" y="1140251"/>
            <a:ext cx="227600" cy="2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29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F293746B-FCED-4EE9-D806-D2A96E9A030D}"/>
              </a:ext>
            </a:extLst>
          </p:cNvPr>
          <p:cNvSpPr/>
          <p:nvPr/>
        </p:nvSpPr>
        <p:spPr>
          <a:xfrm>
            <a:off x="1317811" y="2564819"/>
            <a:ext cx="1491870" cy="1491866"/>
          </a:xfrm>
          <a:prstGeom prst="ellipse">
            <a:avLst/>
          </a:prstGeom>
          <a:solidFill>
            <a:schemeClr val="accent1"/>
          </a:solidFill>
          <a:ln w="508000" cap="flat">
            <a:solidFill>
              <a:schemeClr val="bg2"/>
            </a:solidFill>
            <a:prstDash val="solid"/>
            <a:miter/>
          </a:ln>
          <a:effectLst>
            <a:outerShdw blurRad="254000" dist="127000" dir="5400000" algn="t" rotWithShape="0">
              <a:schemeClr val="accent1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06DB464-EF90-F083-F5A2-8F813B2F1059}"/>
              </a:ext>
            </a:extLst>
          </p:cNvPr>
          <p:cNvSpPr/>
          <p:nvPr/>
        </p:nvSpPr>
        <p:spPr>
          <a:xfrm>
            <a:off x="4005980" y="2564819"/>
            <a:ext cx="1491870" cy="1491866"/>
          </a:xfrm>
          <a:prstGeom prst="ellipse">
            <a:avLst/>
          </a:prstGeom>
          <a:solidFill>
            <a:schemeClr val="accent2"/>
          </a:solidFill>
          <a:ln w="508000" cap="flat">
            <a:solidFill>
              <a:schemeClr val="bg2"/>
            </a:solidFill>
            <a:prstDash val="solid"/>
            <a:miter/>
          </a:ln>
          <a:effectLst>
            <a:outerShdw blurRad="254000" dist="127000" dir="5400000" algn="t" rotWithShape="0">
              <a:schemeClr val="accent2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635C369-9C58-5ADC-45DF-B9AD53C1D974}"/>
              </a:ext>
            </a:extLst>
          </p:cNvPr>
          <p:cNvSpPr/>
          <p:nvPr/>
        </p:nvSpPr>
        <p:spPr>
          <a:xfrm>
            <a:off x="6694149" y="2564819"/>
            <a:ext cx="1491870" cy="1491866"/>
          </a:xfrm>
          <a:prstGeom prst="ellipse">
            <a:avLst/>
          </a:prstGeom>
          <a:solidFill>
            <a:schemeClr val="accent3"/>
          </a:solidFill>
          <a:ln w="508000" cap="flat">
            <a:solidFill>
              <a:schemeClr val="bg2"/>
            </a:solidFill>
            <a:prstDash val="solid"/>
            <a:miter/>
          </a:ln>
          <a:effectLst>
            <a:outerShdw blurRad="254000" dist="127000" dir="5400000" algn="t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D2C7A27-BDA2-B386-14BB-F90343DECAD2}"/>
              </a:ext>
            </a:extLst>
          </p:cNvPr>
          <p:cNvSpPr/>
          <p:nvPr/>
        </p:nvSpPr>
        <p:spPr>
          <a:xfrm>
            <a:off x="9382318" y="2564819"/>
            <a:ext cx="1491870" cy="1491866"/>
          </a:xfrm>
          <a:prstGeom prst="ellipse">
            <a:avLst/>
          </a:prstGeom>
          <a:solidFill>
            <a:schemeClr val="accent4"/>
          </a:solidFill>
          <a:ln w="508000" cap="flat">
            <a:solidFill>
              <a:schemeClr val="bg2"/>
            </a:solidFill>
            <a:prstDash val="solid"/>
            <a:miter/>
          </a:ln>
          <a:effectLst>
            <a:outerShdw blurRad="254000" dist="127000" dir="5400000" algn="t" rotWithShape="0">
              <a:schemeClr val="accent4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4B3297-F6FA-851A-BFBD-924A6BCE3254}"/>
              </a:ext>
            </a:extLst>
          </p:cNvPr>
          <p:cNvSpPr txBox="1"/>
          <p:nvPr/>
        </p:nvSpPr>
        <p:spPr>
          <a:xfrm>
            <a:off x="2400301" y="566616"/>
            <a:ext cx="739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Infographic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806011-ED3F-CF9E-05C3-DB9196FF1CFE}"/>
              </a:ext>
            </a:extLst>
          </p:cNvPr>
          <p:cNvSpPr/>
          <p:nvPr/>
        </p:nvSpPr>
        <p:spPr>
          <a:xfrm>
            <a:off x="720122" y="1970015"/>
            <a:ext cx="2687248" cy="2687248"/>
          </a:xfrm>
          <a:prstGeom prst="ellipse">
            <a:avLst/>
          </a:prstGeom>
          <a:noFill/>
          <a:ln w="25400">
            <a:gradFill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58707A-A151-89EA-6DF7-85C2D888CCE1}"/>
              </a:ext>
            </a:extLst>
          </p:cNvPr>
          <p:cNvSpPr txBox="1"/>
          <p:nvPr/>
        </p:nvSpPr>
        <p:spPr>
          <a:xfrm>
            <a:off x="1611539" y="4611294"/>
            <a:ext cx="9044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8787C-22CE-176E-9216-687A3A9C9A87}"/>
              </a:ext>
            </a:extLst>
          </p:cNvPr>
          <p:cNvSpPr txBox="1"/>
          <p:nvPr/>
        </p:nvSpPr>
        <p:spPr>
          <a:xfrm>
            <a:off x="1071031" y="4863350"/>
            <a:ext cx="1985432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do adipiscing elit sed eiusmod tempor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02CB5F8-FFFD-1FB5-C5B9-A448221FB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880866" y="3130759"/>
            <a:ext cx="365760" cy="36576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4C1AF80-FAF7-96DB-C209-3E58D8D42FB0}"/>
              </a:ext>
            </a:extLst>
          </p:cNvPr>
          <p:cNvSpPr/>
          <p:nvPr/>
        </p:nvSpPr>
        <p:spPr>
          <a:xfrm>
            <a:off x="3408291" y="1970015"/>
            <a:ext cx="2687248" cy="2687248"/>
          </a:xfrm>
          <a:prstGeom prst="ellipse">
            <a:avLst/>
          </a:prstGeom>
          <a:noFill/>
          <a:ln w="25400">
            <a:gradFill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79C7FB-C35A-0D85-F8FA-4F2D25D9B631}"/>
              </a:ext>
            </a:extLst>
          </p:cNvPr>
          <p:cNvSpPr txBox="1"/>
          <p:nvPr/>
        </p:nvSpPr>
        <p:spPr>
          <a:xfrm>
            <a:off x="4232382" y="4611294"/>
            <a:ext cx="10390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799D5B-5690-5743-ADBF-B518FC2654EE}"/>
              </a:ext>
            </a:extLst>
          </p:cNvPr>
          <p:cNvSpPr txBox="1"/>
          <p:nvPr/>
        </p:nvSpPr>
        <p:spPr>
          <a:xfrm>
            <a:off x="3759200" y="4863350"/>
            <a:ext cx="1985432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do adipiscing elit sed eiusmod tempor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1E137B3-74EB-FDBB-7847-4BC8935A2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69035" y="3130759"/>
            <a:ext cx="365760" cy="36576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9523515D-BF22-B327-29AA-5876C0BCF455}"/>
              </a:ext>
            </a:extLst>
          </p:cNvPr>
          <p:cNvSpPr/>
          <p:nvPr/>
        </p:nvSpPr>
        <p:spPr>
          <a:xfrm>
            <a:off x="6096460" y="1970015"/>
            <a:ext cx="2687248" cy="2687248"/>
          </a:xfrm>
          <a:prstGeom prst="ellipse">
            <a:avLst/>
          </a:prstGeom>
          <a:noFill/>
          <a:ln w="25400">
            <a:gradFill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3656D1-C302-D2C9-D96E-891821F2A7C1}"/>
              </a:ext>
            </a:extLst>
          </p:cNvPr>
          <p:cNvSpPr txBox="1"/>
          <p:nvPr/>
        </p:nvSpPr>
        <p:spPr>
          <a:xfrm>
            <a:off x="6851622" y="4611294"/>
            <a:ext cx="11769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F11DB-5C9C-8B59-CECD-AD68DB0F2FA7}"/>
              </a:ext>
            </a:extLst>
          </p:cNvPr>
          <p:cNvSpPr txBox="1"/>
          <p:nvPr/>
        </p:nvSpPr>
        <p:spPr>
          <a:xfrm>
            <a:off x="6447369" y="4863350"/>
            <a:ext cx="1985432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do adipiscing elit sed eiusmod tempor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C8E992E-AD0C-94DD-E7A8-92D6FF1CC4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257204" y="3130759"/>
            <a:ext cx="365760" cy="365760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2AAB4FA8-3B63-2878-E62D-391998E3ACD3}"/>
              </a:ext>
            </a:extLst>
          </p:cNvPr>
          <p:cNvSpPr/>
          <p:nvPr/>
        </p:nvSpPr>
        <p:spPr>
          <a:xfrm>
            <a:off x="8784629" y="1970015"/>
            <a:ext cx="2687248" cy="2687248"/>
          </a:xfrm>
          <a:prstGeom prst="ellipse">
            <a:avLst/>
          </a:prstGeom>
          <a:noFill/>
          <a:ln w="25400">
            <a:gradFill>
              <a:gsLst>
                <a:gs pos="0">
                  <a:schemeClr val="accent4"/>
                </a:gs>
                <a:gs pos="60000">
                  <a:schemeClr val="accent4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CBA7C6-C54F-B097-F8DE-381D6885A833}"/>
              </a:ext>
            </a:extLst>
          </p:cNvPr>
          <p:cNvSpPr txBox="1"/>
          <p:nvPr/>
        </p:nvSpPr>
        <p:spPr>
          <a:xfrm>
            <a:off x="9763409" y="4611294"/>
            <a:ext cx="72968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512EFB-7F64-36AA-1958-7ABD03781F81}"/>
              </a:ext>
            </a:extLst>
          </p:cNvPr>
          <p:cNvSpPr txBox="1"/>
          <p:nvPr/>
        </p:nvSpPr>
        <p:spPr>
          <a:xfrm>
            <a:off x="9135538" y="4863350"/>
            <a:ext cx="1985432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do adipiscing elit sed eiusmod tempor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981A7867-3698-A1B5-7573-41BAAF29F0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945730" y="3130759"/>
            <a:ext cx="365045" cy="365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DE3403-1F76-F786-172E-289C6C856E2F}"/>
              </a:ext>
            </a:extLst>
          </p:cNvPr>
          <p:cNvSpPr txBox="1"/>
          <p:nvPr/>
        </p:nvSpPr>
        <p:spPr>
          <a:xfrm>
            <a:off x="4909666" y="1336057"/>
            <a:ext cx="23726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defRPr>
            </a:lvl1pPr>
          </a:lstStyle>
          <a:p>
            <a:r>
              <a:rPr lang="en-US" sz="1300">
                <a:latin typeface="Bricolage Grotesque" panose="020B0605040402000204" pitchFamily="34" charset="0"/>
              </a:rPr>
              <a:t>SWOT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45614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B93F8F83-8381-B393-C1B9-E582EC591D83}"/>
              </a:ext>
            </a:extLst>
          </p:cNvPr>
          <p:cNvSpPr/>
          <p:nvPr/>
        </p:nvSpPr>
        <p:spPr>
          <a:xfrm>
            <a:off x="534238" y="2348359"/>
            <a:ext cx="1435572" cy="1435568"/>
          </a:xfrm>
          <a:prstGeom prst="ellipse">
            <a:avLst/>
          </a:pr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254000" dist="127000" dir="5400000" algn="t" rotWithShape="0">
              <a:schemeClr val="accent1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F06777-DEAB-1F80-F07B-6691C3461815}"/>
              </a:ext>
            </a:extLst>
          </p:cNvPr>
          <p:cNvSpPr/>
          <p:nvPr/>
        </p:nvSpPr>
        <p:spPr>
          <a:xfrm>
            <a:off x="2552697" y="2348359"/>
            <a:ext cx="1435572" cy="1435568"/>
          </a:xfrm>
          <a:prstGeom prst="ellipse">
            <a:avLst/>
          </a:pr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254000" dist="127000" dir="5400000" algn="t" rotWithShape="0">
              <a:schemeClr val="accent2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DE8D67-9BA4-0C7E-FB50-DB250982D20F}"/>
              </a:ext>
            </a:extLst>
          </p:cNvPr>
          <p:cNvSpPr/>
          <p:nvPr/>
        </p:nvSpPr>
        <p:spPr>
          <a:xfrm>
            <a:off x="8203728" y="2348359"/>
            <a:ext cx="1435572" cy="1435568"/>
          </a:xfrm>
          <a:prstGeom prst="ellipse">
            <a:avLst/>
          </a:pr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254000" dist="127000" dir="5400000" algn="t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37C4D26-B677-6AEE-A35A-B3C4B203A80B}"/>
              </a:ext>
            </a:extLst>
          </p:cNvPr>
          <p:cNvSpPr/>
          <p:nvPr/>
        </p:nvSpPr>
        <p:spPr>
          <a:xfrm>
            <a:off x="10222188" y="2348359"/>
            <a:ext cx="1435572" cy="1435568"/>
          </a:xfrm>
          <a:prstGeom prst="ellipse">
            <a:avLst/>
          </a:pr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254000" dist="127000" dir="5400000" algn="t" rotWithShape="0">
              <a:schemeClr val="accent4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A0CC54D-9A80-E67B-8A73-87C6EF02A2E8}"/>
              </a:ext>
            </a:extLst>
          </p:cNvPr>
          <p:cNvCxnSpPr>
            <a:cxnSpLocks/>
            <a:stCxn id="14" idx="6"/>
            <a:endCxn id="29" idx="2"/>
          </p:cNvCxnSpPr>
          <p:nvPr/>
        </p:nvCxnSpPr>
        <p:spPr>
          <a:xfrm>
            <a:off x="1640992" y="3066143"/>
            <a:ext cx="8910014" cy="0"/>
          </a:xfrm>
          <a:prstGeom prst="line">
            <a:avLst/>
          </a:prstGeom>
          <a:ln w="12700" cap="rnd">
            <a:solidFill>
              <a:schemeClr val="tx2">
                <a:alpha val="3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4929463-E829-D9C7-C30C-B54BC31B5127}"/>
              </a:ext>
            </a:extLst>
          </p:cNvPr>
          <p:cNvSpPr/>
          <p:nvPr/>
        </p:nvSpPr>
        <p:spPr>
          <a:xfrm>
            <a:off x="4426165" y="1396309"/>
            <a:ext cx="3339668" cy="3339668"/>
          </a:xfrm>
          <a:custGeom>
            <a:avLst/>
            <a:gdLst>
              <a:gd name="connsiteX0" fmla="*/ 3752850 w 3752849"/>
              <a:gd name="connsiteY0" fmla="*/ 1876425 h 3752850"/>
              <a:gd name="connsiteX1" fmla="*/ 1876425 w 3752849"/>
              <a:gd name="connsiteY1" fmla="*/ 3752850 h 3752850"/>
              <a:gd name="connsiteX2" fmla="*/ 0 w 3752849"/>
              <a:gd name="connsiteY2" fmla="*/ 1876425 h 3752850"/>
              <a:gd name="connsiteX3" fmla="*/ 1876425 w 3752849"/>
              <a:gd name="connsiteY3" fmla="*/ 0 h 3752850"/>
              <a:gd name="connsiteX4" fmla="*/ 3752850 w 3752849"/>
              <a:gd name="connsiteY4" fmla="*/ 1876425 h 3752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52849" h="3752850">
                <a:moveTo>
                  <a:pt x="3752850" y="1876425"/>
                </a:moveTo>
                <a:cubicBezTo>
                  <a:pt x="3752850" y="2912746"/>
                  <a:pt x="2912746" y="3752850"/>
                  <a:pt x="1876425" y="3752850"/>
                </a:cubicBezTo>
                <a:cubicBezTo>
                  <a:pt x="840104" y="3752850"/>
                  <a:pt x="0" y="2912746"/>
                  <a:pt x="0" y="1876425"/>
                </a:cubicBezTo>
                <a:cubicBezTo>
                  <a:pt x="0" y="840104"/>
                  <a:pt x="840104" y="0"/>
                  <a:pt x="1876425" y="0"/>
                </a:cubicBezTo>
                <a:cubicBezTo>
                  <a:pt x="2912746" y="0"/>
                  <a:pt x="3752850" y="840104"/>
                  <a:pt x="3752850" y="1876425"/>
                </a:cubicBezTo>
                <a:close/>
              </a:path>
            </a:pathLst>
          </a:custGeom>
          <a:solidFill>
            <a:schemeClr val="bg2"/>
          </a:solidFill>
          <a:ln w="381000" cap="flat">
            <a:gradFill flip="none" rotWithShape="1">
              <a:gsLst>
                <a:gs pos="33000">
                  <a:schemeClr val="accent2"/>
                </a:gs>
                <a:gs pos="68000">
                  <a:schemeClr val="accent3"/>
                </a:gs>
                <a:gs pos="0">
                  <a:schemeClr val="accent1"/>
                </a:gs>
                <a:gs pos="100000">
                  <a:schemeClr val="accent4"/>
                </a:gs>
              </a:gsLst>
              <a:lin ang="0" scaled="1"/>
              <a:tileRect/>
            </a:gradFill>
            <a:prstDash val="solid"/>
            <a:miter/>
          </a:ln>
          <a:effectLst>
            <a:outerShdw blurRad="381000" dist="127000" dir="5400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73B099-C36B-A1CB-4D46-B6D10C64CEB6}"/>
              </a:ext>
            </a:extLst>
          </p:cNvPr>
          <p:cNvSpPr txBox="1"/>
          <p:nvPr/>
        </p:nvSpPr>
        <p:spPr>
          <a:xfrm>
            <a:off x="4658280" y="2465978"/>
            <a:ext cx="2875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S.W.O.T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B9D002-5C74-5C2A-0A6A-BBD08B95444A}"/>
              </a:ext>
            </a:extLst>
          </p:cNvPr>
          <p:cNvSpPr txBox="1"/>
          <p:nvPr/>
        </p:nvSpPr>
        <p:spPr>
          <a:xfrm>
            <a:off x="799817" y="3983461"/>
            <a:ext cx="9044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F37A6C-60DA-7D60-59F1-9D47940E3773}"/>
              </a:ext>
            </a:extLst>
          </p:cNvPr>
          <p:cNvSpPr txBox="1"/>
          <p:nvPr/>
        </p:nvSpPr>
        <p:spPr>
          <a:xfrm>
            <a:off x="319964" y="4235517"/>
            <a:ext cx="1864122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amet consectetur adipiscing elit sed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A2FC52A-D8C5-EBFF-8E8D-06123C2CB2BA}"/>
              </a:ext>
            </a:extLst>
          </p:cNvPr>
          <p:cNvSpPr/>
          <p:nvPr/>
        </p:nvSpPr>
        <p:spPr>
          <a:xfrm>
            <a:off x="863056" y="2677176"/>
            <a:ext cx="777936" cy="777934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AA0F9C7-DEAC-5679-B3F0-5AE651BF0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9144" y="2883263"/>
            <a:ext cx="365760" cy="365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82B7A44-D5B4-66AE-7E34-1DF0BC1164DF}"/>
              </a:ext>
            </a:extLst>
          </p:cNvPr>
          <p:cNvSpPr txBox="1"/>
          <p:nvPr/>
        </p:nvSpPr>
        <p:spPr>
          <a:xfrm>
            <a:off x="2750950" y="3983461"/>
            <a:ext cx="10390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E23AEE-005E-DB2B-89FB-6DC2198B840D}"/>
              </a:ext>
            </a:extLst>
          </p:cNvPr>
          <p:cNvSpPr txBox="1"/>
          <p:nvPr/>
        </p:nvSpPr>
        <p:spPr>
          <a:xfrm>
            <a:off x="2338423" y="4235517"/>
            <a:ext cx="1864122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amet consectetur adipiscing elit sed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4D3D28D-CAFC-5965-183D-649A0C96CF9B}"/>
              </a:ext>
            </a:extLst>
          </p:cNvPr>
          <p:cNvSpPr/>
          <p:nvPr/>
        </p:nvSpPr>
        <p:spPr>
          <a:xfrm>
            <a:off x="2881515" y="2677176"/>
            <a:ext cx="777936" cy="777934"/>
          </a:xfrm>
          <a:prstGeom prst="ellipse">
            <a:avLst/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059B0F5E-FCF1-A419-CFC3-4C14C2A57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087603" y="2883263"/>
            <a:ext cx="365760" cy="3657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A055477-110D-D2BF-0432-746F1E3F1430}"/>
              </a:ext>
            </a:extLst>
          </p:cNvPr>
          <p:cNvSpPr txBox="1"/>
          <p:nvPr/>
        </p:nvSpPr>
        <p:spPr>
          <a:xfrm>
            <a:off x="8333052" y="3983461"/>
            <a:ext cx="11769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CCAB7E-9913-C271-3C97-8D89FA00C952}"/>
              </a:ext>
            </a:extLst>
          </p:cNvPr>
          <p:cNvSpPr txBox="1"/>
          <p:nvPr/>
        </p:nvSpPr>
        <p:spPr>
          <a:xfrm>
            <a:off x="7989454" y="4235517"/>
            <a:ext cx="1864122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amet consectetur adipiscing elit sed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5BBD500-D5D8-031A-D07D-C30C45A05BC3}"/>
              </a:ext>
            </a:extLst>
          </p:cNvPr>
          <p:cNvSpPr/>
          <p:nvPr/>
        </p:nvSpPr>
        <p:spPr>
          <a:xfrm>
            <a:off x="8532546" y="2677176"/>
            <a:ext cx="777936" cy="777934"/>
          </a:xfrm>
          <a:prstGeom prst="ellipse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F86CA42-AD1D-DBE9-B6B0-55BB01E6ED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738634" y="2883263"/>
            <a:ext cx="365760" cy="36576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30E13C9-7693-0508-33A3-72A5788F679F}"/>
              </a:ext>
            </a:extLst>
          </p:cNvPr>
          <p:cNvSpPr txBox="1"/>
          <p:nvPr/>
        </p:nvSpPr>
        <p:spPr>
          <a:xfrm>
            <a:off x="10575130" y="3983461"/>
            <a:ext cx="72968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2E5FEE-51D6-571A-5EC3-28DC4C15BD6A}"/>
              </a:ext>
            </a:extLst>
          </p:cNvPr>
          <p:cNvSpPr txBox="1"/>
          <p:nvPr/>
        </p:nvSpPr>
        <p:spPr>
          <a:xfrm>
            <a:off x="10007914" y="4235517"/>
            <a:ext cx="1864122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amet consectetur adipiscing elit sed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785D5B2-0A19-4464-D7A4-DCBE5A915935}"/>
              </a:ext>
            </a:extLst>
          </p:cNvPr>
          <p:cNvSpPr/>
          <p:nvPr/>
        </p:nvSpPr>
        <p:spPr>
          <a:xfrm>
            <a:off x="10551006" y="2677176"/>
            <a:ext cx="777936" cy="777934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232FAD14-5666-83D6-EBC9-188662CBEB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757451" y="2883263"/>
            <a:ext cx="365045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96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D93D5C12-0054-C24E-B465-26F070F1336F}"/>
              </a:ext>
            </a:extLst>
          </p:cNvPr>
          <p:cNvSpPr/>
          <p:nvPr/>
        </p:nvSpPr>
        <p:spPr>
          <a:xfrm>
            <a:off x="7944453" y="4864381"/>
            <a:ext cx="541618" cy="541616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27F1D7-8659-E379-968B-DCAD10A495A7}"/>
              </a:ext>
            </a:extLst>
          </p:cNvPr>
          <p:cNvSpPr txBox="1"/>
          <p:nvPr/>
        </p:nvSpPr>
        <p:spPr>
          <a:xfrm>
            <a:off x="8606603" y="4802416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1404EA-A397-5DFC-AF2F-F4673E32C0C4}"/>
              </a:ext>
            </a:extLst>
          </p:cNvPr>
          <p:cNvSpPr txBox="1"/>
          <p:nvPr/>
        </p:nvSpPr>
        <p:spPr>
          <a:xfrm>
            <a:off x="8606603" y="5054472"/>
            <a:ext cx="234289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01851728-6031-3CD8-9BA3-4293991D0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101685" y="5021388"/>
            <a:ext cx="227155" cy="2276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A0C34E18-7968-FC7B-2C68-C1B61CD71705}"/>
              </a:ext>
            </a:extLst>
          </p:cNvPr>
          <p:cNvSpPr/>
          <p:nvPr/>
        </p:nvSpPr>
        <p:spPr>
          <a:xfrm>
            <a:off x="7944453" y="3570668"/>
            <a:ext cx="541618" cy="541616"/>
          </a:xfrm>
          <a:prstGeom prst="ellipse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F5B877-7463-1244-8655-DFA7540C1968}"/>
              </a:ext>
            </a:extLst>
          </p:cNvPr>
          <p:cNvSpPr txBox="1"/>
          <p:nvPr/>
        </p:nvSpPr>
        <p:spPr>
          <a:xfrm>
            <a:off x="8606603" y="3508703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AEEAA4-70D6-E89F-9AE8-4927D42ED054}"/>
              </a:ext>
            </a:extLst>
          </p:cNvPr>
          <p:cNvSpPr txBox="1"/>
          <p:nvPr/>
        </p:nvSpPr>
        <p:spPr>
          <a:xfrm>
            <a:off x="8606603" y="3760759"/>
            <a:ext cx="234289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9E488435-A6D7-73AE-8C0A-25EF68EC3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101462" y="3727675"/>
            <a:ext cx="227600" cy="227600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0885A1C7-5D43-11EB-DC93-DB6023FF07E7}"/>
              </a:ext>
            </a:extLst>
          </p:cNvPr>
          <p:cNvSpPr/>
          <p:nvPr/>
        </p:nvSpPr>
        <p:spPr>
          <a:xfrm>
            <a:off x="7944453" y="2276956"/>
            <a:ext cx="541618" cy="541616"/>
          </a:xfrm>
          <a:prstGeom prst="ellipse">
            <a:avLst/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C1F6CE-83EF-421C-C780-D895678E2219}"/>
              </a:ext>
            </a:extLst>
          </p:cNvPr>
          <p:cNvSpPr txBox="1"/>
          <p:nvPr/>
        </p:nvSpPr>
        <p:spPr>
          <a:xfrm>
            <a:off x="8606603" y="2214991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98F6FF-24E3-297A-6B82-6970EC1B8AF1}"/>
              </a:ext>
            </a:extLst>
          </p:cNvPr>
          <p:cNvSpPr txBox="1"/>
          <p:nvPr/>
        </p:nvSpPr>
        <p:spPr>
          <a:xfrm>
            <a:off x="8606603" y="2467047"/>
            <a:ext cx="234289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E77EE2C0-4B9B-3271-7B4B-E2CDE388E7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101462" y="2433963"/>
            <a:ext cx="227600" cy="227600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9BD5C872-4EE5-B492-B485-DEBF14B91EC6}"/>
              </a:ext>
            </a:extLst>
          </p:cNvPr>
          <p:cNvSpPr/>
          <p:nvPr/>
        </p:nvSpPr>
        <p:spPr>
          <a:xfrm>
            <a:off x="7944453" y="983244"/>
            <a:ext cx="541618" cy="541616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7F9FAB-F53D-1660-29F4-C600BF313388}"/>
              </a:ext>
            </a:extLst>
          </p:cNvPr>
          <p:cNvSpPr txBox="1"/>
          <p:nvPr/>
        </p:nvSpPr>
        <p:spPr>
          <a:xfrm>
            <a:off x="8606603" y="921279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2CE704-48B7-A49E-1918-B689B79C6200}"/>
              </a:ext>
            </a:extLst>
          </p:cNvPr>
          <p:cNvSpPr txBox="1"/>
          <p:nvPr/>
        </p:nvSpPr>
        <p:spPr>
          <a:xfrm>
            <a:off x="8606603" y="1173335"/>
            <a:ext cx="234289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7263A9AD-180B-8F72-B110-C69379F52B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101462" y="1140251"/>
            <a:ext cx="227600" cy="2276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A9434E6E-6F18-D3CB-548A-96D171088B46}"/>
              </a:ext>
            </a:extLst>
          </p:cNvPr>
          <p:cNvSpPr/>
          <p:nvPr/>
        </p:nvSpPr>
        <p:spPr>
          <a:xfrm>
            <a:off x="2135729" y="3943951"/>
            <a:ext cx="1462055" cy="1462046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81000" dist="254000" dir="5400000" algn="t" rotWithShape="0">
              <a:schemeClr val="accent4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3B26E3B-A356-5F37-B0CB-A714BE02A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640409" y="4448186"/>
            <a:ext cx="452694" cy="453576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F2868DE6-C930-722C-D929-B13D5D76784D}"/>
              </a:ext>
            </a:extLst>
          </p:cNvPr>
          <p:cNvSpPr/>
          <p:nvPr/>
        </p:nvSpPr>
        <p:spPr>
          <a:xfrm>
            <a:off x="1998076" y="3806294"/>
            <a:ext cx="1737360" cy="1737360"/>
          </a:xfrm>
          <a:prstGeom prst="ellipse">
            <a:avLst/>
          </a:prstGeom>
          <a:noFill/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A034AD0-F082-0C3D-32F8-C2D6165E0BFC}"/>
              </a:ext>
            </a:extLst>
          </p:cNvPr>
          <p:cNvSpPr/>
          <p:nvPr/>
        </p:nvSpPr>
        <p:spPr>
          <a:xfrm>
            <a:off x="4662035" y="1097558"/>
            <a:ext cx="1862105" cy="1862094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81000" dist="254000" dir="5400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1E7CFC9-3734-0A66-103D-FEF448235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304244" y="1739762"/>
            <a:ext cx="577687" cy="577687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B7334DD2-0934-C980-C477-4E0E48418F52}"/>
              </a:ext>
            </a:extLst>
          </p:cNvPr>
          <p:cNvSpPr/>
          <p:nvPr/>
        </p:nvSpPr>
        <p:spPr>
          <a:xfrm>
            <a:off x="4523239" y="958757"/>
            <a:ext cx="2139696" cy="2139696"/>
          </a:xfrm>
          <a:prstGeom prst="ellipse">
            <a:avLst/>
          </a:prstGeom>
          <a:noFill/>
          <a:ln>
            <a:solidFill>
              <a:schemeClr val="accent3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9491D3-43ED-E790-E8A6-16050B24D812}"/>
              </a:ext>
            </a:extLst>
          </p:cNvPr>
          <p:cNvSpPr/>
          <p:nvPr/>
        </p:nvSpPr>
        <p:spPr>
          <a:xfrm>
            <a:off x="4218193" y="3540996"/>
            <a:ext cx="2305947" cy="230593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381000" dist="254000" dir="5400000" algn="t" rotWithShape="0">
              <a:schemeClr val="accent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4264A57-7283-8182-1A73-B7EBB9C40F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013474" y="4336273"/>
            <a:ext cx="715384" cy="71538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01895A11-D2CF-AB6E-DE4A-03E3D553CCC8}"/>
              </a:ext>
            </a:extLst>
          </p:cNvPr>
          <p:cNvSpPr/>
          <p:nvPr/>
        </p:nvSpPr>
        <p:spPr>
          <a:xfrm>
            <a:off x="4081862" y="3404660"/>
            <a:ext cx="2578608" cy="2578608"/>
          </a:xfrm>
          <a:prstGeom prst="ellipse">
            <a:avLst/>
          </a:prstGeom>
          <a:noFill/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55DCA54-F8F9-E20A-6727-F9A84FFE46FA}"/>
              </a:ext>
            </a:extLst>
          </p:cNvPr>
          <p:cNvSpPr/>
          <p:nvPr/>
        </p:nvSpPr>
        <p:spPr>
          <a:xfrm>
            <a:off x="1379216" y="717503"/>
            <a:ext cx="2652646" cy="265263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81000" dist="254000" dir="5400000" algn="t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6EB469A-3851-F237-74C9-F0D034B2DE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294069" y="1632350"/>
            <a:ext cx="822940" cy="82294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8D72B825-48FD-F183-FFFA-8C87AB9978BB}"/>
              </a:ext>
            </a:extLst>
          </p:cNvPr>
          <p:cNvSpPr/>
          <p:nvPr/>
        </p:nvSpPr>
        <p:spPr>
          <a:xfrm>
            <a:off x="1242499" y="580780"/>
            <a:ext cx="2926080" cy="2926080"/>
          </a:xfrm>
          <a:prstGeom prst="ellipse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398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36471-8691-3D3C-1CCC-3F2A65D49269}"/>
              </a:ext>
            </a:extLst>
          </p:cNvPr>
          <p:cNvSpPr txBox="1"/>
          <p:nvPr/>
        </p:nvSpPr>
        <p:spPr>
          <a:xfrm>
            <a:off x="8733123" y="4321495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222D5-5A0A-0DF2-3FAE-4D34555C756B}"/>
              </a:ext>
            </a:extLst>
          </p:cNvPr>
          <p:cNvSpPr txBox="1"/>
          <p:nvPr/>
        </p:nvSpPr>
        <p:spPr>
          <a:xfrm>
            <a:off x="8733123" y="4679981"/>
            <a:ext cx="234289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CF6CAF-BEFE-7C2C-C818-473A9E699AD2}"/>
              </a:ext>
            </a:extLst>
          </p:cNvPr>
          <p:cNvSpPr txBox="1"/>
          <p:nvPr/>
        </p:nvSpPr>
        <p:spPr>
          <a:xfrm>
            <a:off x="8023447" y="2269979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B8ECA-849E-1C65-0765-397A4AEFB4A6}"/>
              </a:ext>
            </a:extLst>
          </p:cNvPr>
          <p:cNvSpPr txBox="1"/>
          <p:nvPr/>
        </p:nvSpPr>
        <p:spPr>
          <a:xfrm>
            <a:off x="8023447" y="2628465"/>
            <a:ext cx="234289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C6F861-A282-4E09-C32B-2E887BD01036}"/>
              </a:ext>
            </a:extLst>
          </p:cNvPr>
          <p:cNvSpPr txBox="1"/>
          <p:nvPr/>
        </p:nvSpPr>
        <p:spPr>
          <a:xfrm>
            <a:off x="3225272" y="4321495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E80CEF-2014-816C-AA55-5CEC8FDDAB35}"/>
              </a:ext>
            </a:extLst>
          </p:cNvPr>
          <p:cNvSpPr txBox="1"/>
          <p:nvPr/>
        </p:nvSpPr>
        <p:spPr>
          <a:xfrm>
            <a:off x="1921440" y="4679981"/>
            <a:ext cx="234289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B0037D-5CEF-7859-7107-47B311FD11D2}"/>
              </a:ext>
            </a:extLst>
          </p:cNvPr>
          <p:cNvSpPr txBox="1"/>
          <p:nvPr/>
        </p:nvSpPr>
        <p:spPr>
          <a:xfrm>
            <a:off x="2554463" y="2269979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41BCDC-AD72-2DBE-14E1-EE9CB9370918}"/>
              </a:ext>
            </a:extLst>
          </p:cNvPr>
          <p:cNvSpPr txBox="1"/>
          <p:nvPr/>
        </p:nvSpPr>
        <p:spPr>
          <a:xfrm>
            <a:off x="1115978" y="2628465"/>
            <a:ext cx="2342899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CD50A5E-B72F-0781-1426-2A42C3248546}"/>
              </a:ext>
            </a:extLst>
          </p:cNvPr>
          <p:cNvSpPr/>
          <p:nvPr/>
        </p:nvSpPr>
        <p:spPr>
          <a:xfrm>
            <a:off x="4530475" y="4012365"/>
            <a:ext cx="1755288" cy="175528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381000" dist="254000" dir="5400000" algn="t" rotWithShape="0">
              <a:schemeClr val="accent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400BD1E7-0C4F-AA8E-809E-3F4CD6994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35844" y="4617730"/>
            <a:ext cx="544551" cy="544550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F11832A5-C200-FD5E-43C2-AB4DD8960516}"/>
              </a:ext>
            </a:extLst>
          </p:cNvPr>
          <p:cNvSpPr/>
          <p:nvPr/>
        </p:nvSpPr>
        <p:spPr>
          <a:xfrm>
            <a:off x="4426700" y="3908586"/>
            <a:ext cx="1962838" cy="1962838"/>
          </a:xfrm>
          <a:prstGeom prst="ellipse">
            <a:avLst/>
          </a:prstGeom>
          <a:noFill/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2FDB8A8-3247-0BED-C0CD-EBD271C9B61C}"/>
              </a:ext>
            </a:extLst>
          </p:cNvPr>
          <p:cNvSpPr/>
          <p:nvPr/>
        </p:nvSpPr>
        <p:spPr>
          <a:xfrm>
            <a:off x="3719538" y="1960849"/>
            <a:ext cx="1755288" cy="175528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81000" dist="254000" dir="5400000" algn="t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9590552E-0452-8B59-078C-F937B8AD8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24907" y="2566214"/>
            <a:ext cx="544550" cy="544550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225ABC07-9FC8-8F55-370D-01230A2171BA}"/>
              </a:ext>
            </a:extLst>
          </p:cNvPr>
          <p:cNvSpPr/>
          <p:nvPr/>
        </p:nvSpPr>
        <p:spPr>
          <a:xfrm>
            <a:off x="3615763" y="1857070"/>
            <a:ext cx="1962838" cy="1962838"/>
          </a:xfrm>
          <a:prstGeom prst="ellipse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FBF65C9-D894-D392-B7A3-A7A8FC80D75E}"/>
              </a:ext>
            </a:extLst>
          </p:cNvPr>
          <p:cNvSpPr/>
          <p:nvPr/>
        </p:nvSpPr>
        <p:spPr>
          <a:xfrm>
            <a:off x="6711700" y="4012365"/>
            <a:ext cx="1755288" cy="1755281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81000" dist="254000" dir="5400000" algn="t" rotWithShape="0">
              <a:schemeClr val="accent4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B3709D34-1160-B513-8103-8C6E341E2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317601" y="4617730"/>
            <a:ext cx="543486" cy="544550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CCFBFED8-F27C-B913-9B2E-60689423EC2B}"/>
              </a:ext>
            </a:extLst>
          </p:cNvPr>
          <p:cNvSpPr/>
          <p:nvPr/>
        </p:nvSpPr>
        <p:spPr>
          <a:xfrm>
            <a:off x="6607925" y="3908586"/>
            <a:ext cx="1962838" cy="1962838"/>
          </a:xfrm>
          <a:prstGeom prst="ellipse">
            <a:avLst/>
          </a:prstGeom>
          <a:noFill/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B39FAD2-69E8-53CD-E1F8-F9C1A5E6546B}"/>
              </a:ext>
            </a:extLst>
          </p:cNvPr>
          <p:cNvSpPr/>
          <p:nvPr/>
        </p:nvSpPr>
        <p:spPr>
          <a:xfrm>
            <a:off x="5900763" y="1960849"/>
            <a:ext cx="1755288" cy="1755281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81000" dist="254000" dir="5400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688EE6DC-5CD9-7F2B-950A-8E27735D46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506132" y="2566214"/>
            <a:ext cx="544550" cy="544550"/>
          </a:xfrm>
          <a:prstGeom prst="rect">
            <a:avLst/>
          </a:prstGeom>
        </p:spPr>
      </p:pic>
      <p:sp>
        <p:nvSpPr>
          <p:cNvPr id="41" name="Oval 40">
            <a:extLst>
              <a:ext uri="{FF2B5EF4-FFF2-40B4-BE49-F238E27FC236}">
                <a16:creationId xmlns:a16="http://schemas.microsoft.com/office/drawing/2014/main" id="{FF0E07B6-05D7-B0F1-4BD6-9BDDC17D04AD}"/>
              </a:ext>
            </a:extLst>
          </p:cNvPr>
          <p:cNvSpPr/>
          <p:nvPr/>
        </p:nvSpPr>
        <p:spPr>
          <a:xfrm>
            <a:off x="5796988" y="1857070"/>
            <a:ext cx="1962838" cy="1962838"/>
          </a:xfrm>
          <a:prstGeom prst="ellipse">
            <a:avLst/>
          </a:prstGeom>
          <a:noFill/>
          <a:ln>
            <a:solidFill>
              <a:schemeClr val="accent3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95ACEC-50CE-5778-360A-54ACC98F3968}"/>
              </a:ext>
            </a:extLst>
          </p:cNvPr>
          <p:cNvSpPr txBox="1"/>
          <p:nvPr/>
        </p:nvSpPr>
        <p:spPr>
          <a:xfrm>
            <a:off x="3611676" y="407052"/>
            <a:ext cx="4968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Analysis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478465-1552-8FD2-262C-5411C70B5DC2}"/>
              </a:ext>
            </a:extLst>
          </p:cNvPr>
          <p:cNvCxnSpPr>
            <a:cxnSpLocks/>
          </p:cNvCxnSpPr>
          <p:nvPr/>
        </p:nvCxnSpPr>
        <p:spPr>
          <a:xfrm>
            <a:off x="2118360" y="2608549"/>
            <a:ext cx="1249077" cy="0"/>
          </a:xfrm>
          <a:prstGeom prst="line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6FBF77-F10B-6A74-66DD-C85EB5A21E8D}"/>
              </a:ext>
            </a:extLst>
          </p:cNvPr>
          <p:cNvCxnSpPr>
            <a:cxnSpLocks/>
          </p:cNvCxnSpPr>
          <p:nvPr/>
        </p:nvCxnSpPr>
        <p:spPr>
          <a:xfrm>
            <a:off x="8114887" y="2608549"/>
            <a:ext cx="1249077" cy="0"/>
          </a:xfrm>
          <a:prstGeom prst="line">
            <a:avLst/>
          </a:prstGeom>
          <a:noFill/>
          <a:ln>
            <a:solidFill>
              <a:schemeClr val="accent3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1E5303-D1DF-ED16-A87A-99DF8ECEC2E0}"/>
              </a:ext>
            </a:extLst>
          </p:cNvPr>
          <p:cNvCxnSpPr>
            <a:cxnSpLocks/>
          </p:cNvCxnSpPr>
          <p:nvPr/>
        </p:nvCxnSpPr>
        <p:spPr>
          <a:xfrm>
            <a:off x="2923822" y="4660065"/>
            <a:ext cx="1249077" cy="0"/>
          </a:xfrm>
          <a:prstGeom prst="line">
            <a:avLst/>
          </a:prstGeom>
          <a:noFill/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32B25B-652F-C819-168E-5FF8C66B05BD}"/>
              </a:ext>
            </a:extLst>
          </p:cNvPr>
          <p:cNvCxnSpPr>
            <a:cxnSpLocks/>
          </p:cNvCxnSpPr>
          <p:nvPr/>
        </p:nvCxnSpPr>
        <p:spPr>
          <a:xfrm>
            <a:off x="8824563" y="4660065"/>
            <a:ext cx="1249077" cy="0"/>
          </a:xfrm>
          <a:prstGeom prst="line">
            <a:avLst/>
          </a:prstGeom>
          <a:noFill/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D9C4AFE-4764-AD38-82D9-1E0F5F777680}"/>
              </a:ext>
            </a:extLst>
          </p:cNvPr>
          <p:cNvSpPr txBox="1"/>
          <p:nvPr/>
        </p:nvSpPr>
        <p:spPr>
          <a:xfrm>
            <a:off x="4909666" y="1238049"/>
            <a:ext cx="23726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defRPr>
            </a:lvl1pPr>
          </a:lstStyle>
          <a:p>
            <a:r>
              <a:rPr lang="en-US" sz="1300">
                <a:latin typeface="Bricolage Grotesque" panose="020B0605040402000204" pitchFamily="34" charset="0"/>
              </a:rPr>
              <a:t>SWOT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46663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39FA8B3-C06B-BF2D-C5E7-CC911C32CE90}"/>
              </a:ext>
            </a:extLst>
          </p:cNvPr>
          <p:cNvSpPr/>
          <p:nvPr/>
        </p:nvSpPr>
        <p:spPr>
          <a:xfrm>
            <a:off x="1689100" y="0"/>
            <a:ext cx="8813800" cy="4406902"/>
          </a:xfrm>
          <a:custGeom>
            <a:avLst/>
            <a:gdLst>
              <a:gd name="connsiteX0" fmla="*/ 0 w 9429729"/>
              <a:gd name="connsiteY0" fmla="*/ 0 h 4714867"/>
              <a:gd name="connsiteX1" fmla="*/ 9429729 w 9429729"/>
              <a:gd name="connsiteY1" fmla="*/ 0 h 4714867"/>
              <a:gd name="connsiteX2" fmla="*/ 4714865 w 9429729"/>
              <a:gd name="connsiteY2" fmla="*/ 4714867 h 4714867"/>
              <a:gd name="connsiteX3" fmla="*/ 0 w 9429729"/>
              <a:gd name="connsiteY3" fmla="*/ 0 h 4714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29729" h="4714867">
                <a:moveTo>
                  <a:pt x="0" y="0"/>
                </a:moveTo>
                <a:lnTo>
                  <a:pt x="9429729" y="0"/>
                </a:lnTo>
                <a:cubicBezTo>
                  <a:pt x="9429729" y="2603950"/>
                  <a:pt x="7318812" y="4714867"/>
                  <a:pt x="4714865" y="4714867"/>
                </a:cubicBezTo>
                <a:cubicBezTo>
                  <a:pt x="2110917" y="4714867"/>
                  <a:pt x="0" y="2603950"/>
                  <a:pt x="0" y="0"/>
                </a:cubicBezTo>
                <a:close/>
              </a:path>
            </a:pathLst>
          </a:custGeom>
          <a:gradFill flip="none" rotWithShape="1">
            <a:gsLst>
              <a:gs pos="90000">
                <a:schemeClr val="accent4"/>
              </a:gs>
              <a:gs pos="65000">
                <a:schemeClr val="accent3"/>
              </a:gs>
              <a:gs pos="35000">
                <a:schemeClr val="accent2"/>
              </a:gs>
              <a:gs pos="2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F378CAA-C9B5-8C4D-CD82-8E92C9310B84}"/>
              </a:ext>
            </a:extLst>
          </p:cNvPr>
          <p:cNvSpPr/>
          <p:nvPr/>
        </p:nvSpPr>
        <p:spPr>
          <a:xfrm>
            <a:off x="2102549" y="0"/>
            <a:ext cx="7986933" cy="3993468"/>
          </a:xfrm>
          <a:custGeom>
            <a:avLst/>
            <a:gdLst>
              <a:gd name="connsiteX0" fmla="*/ 0 w 9429729"/>
              <a:gd name="connsiteY0" fmla="*/ 0 h 4714867"/>
              <a:gd name="connsiteX1" fmla="*/ 9429729 w 9429729"/>
              <a:gd name="connsiteY1" fmla="*/ 0 h 4714867"/>
              <a:gd name="connsiteX2" fmla="*/ 4714865 w 9429729"/>
              <a:gd name="connsiteY2" fmla="*/ 4714867 h 4714867"/>
              <a:gd name="connsiteX3" fmla="*/ 0 w 9429729"/>
              <a:gd name="connsiteY3" fmla="*/ 0 h 4714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29729" h="4714867">
                <a:moveTo>
                  <a:pt x="0" y="0"/>
                </a:moveTo>
                <a:lnTo>
                  <a:pt x="9429729" y="0"/>
                </a:lnTo>
                <a:cubicBezTo>
                  <a:pt x="9429729" y="2603950"/>
                  <a:pt x="7318812" y="4714867"/>
                  <a:pt x="4714865" y="4714867"/>
                </a:cubicBezTo>
                <a:cubicBezTo>
                  <a:pt x="2110917" y="4714867"/>
                  <a:pt x="0" y="2603950"/>
                  <a:pt x="0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  <a:effectLst>
            <a:outerShdw blurRad="381000" dist="127000" dir="5400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C4DB63-BF0C-4508-69CC-CBCCE257D179}"/>
              </a:ext>
            </a:extLst>
          </p:cNvPr>
          <p:cNvSpPr/>
          <p:nvPr/>
        </p:nvSpPr>
        <p:spPr>
          <a:xfrm>
            <a:off x="4155870" y="3513309"/>
            <a:ext cx="1030958" cy="1030956"/>
          </a:xfrm>
          <a:prstGeom prst="ellipse">
            <a:avLst/>
          </a:prstGeom>
          <a:solidFill>
            <a:schemeClr val="accent2"/>
          </a:solidFill>
          <a:ln w="127000" cap="flat">
            <a:solidFill>
              <a:schemeClr val="bg2"/>
            </a:solidFill>
            <a:prstDash val="solid"/>
            <a:miter/>
          </a:ln>
          <a:effectLst>
            <a:outerShdw blurRad="254000" dist="127000" dir="5400000" algn="t" rotWithShape="0">
              <a:schemeClr val="accent2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ECAF92-E7CD-456C-4232-D0E0349E4377}"/>
              </a:ext>
            </a:extLst>
          </p:cNvPr>
          <p:cNvSpPr/>
          <p:nvPr/>
        </p:nvSpPr>
        <p:spPr>
          <a:xfrm>
            <a:off x="7005170" y="3513309"/>
            <a:ext cx="1030958" cy="1030956"/>
          </a:xfrm>
          <a:prstGeom prst="ellipse">
            <a:avLst/>
          </a:prstGeom>
          <a:solidFill>
            <a:schemeClr val="accent3"/>
          </a:solidFill>
          <a:ln w="127000" cap="flat">
            <a:solidFill>
              <a:schemeClr val="bg2"/>
            </a:solidFill>
            <a:prstDash val="solid"/>
            <a:miter/>
          </a:ln>
          <a:effectLst>
            <a:outerShdw blurRad="254000" dist="127000" dir="5400000" algn="t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F1B3F1-5987-49AD-B6F6-194861F536AC}"/>
              </a:ext>
            </a:extLst>
          </p:cNvPr>
          <p:cNvSpPr/>
          <p:nvPr/>
        </p:nvSpPr>
        <p:spPr>
          <a:xfrm>
            <a:off x="1891941" y="1587444"/>
            <a:ext cx="1030958" cy="1030956"/>
          </a:xfrm>
          <a:prstGeom prst="ellipse">
            <a:avLst/>
          </a:prstGeom>
          <a:solidFill>
            <a:schemeClr val="accent1"/>
          </a:solidFill>
          <a:ln w="127000" cap="flat">
            <a:solidFill>
              <a:schemeClr val="bg2"/>
            </a:solidFill>
            <a:prstDash val="solid"/>
            <a:miter/>
          </a:ln>
          <a:effectLst>
            <a:outerShdw blurRad="254000" dist="127000" dir="5400000" algn="t" rotWithShape="0">
              <a:schemeClr val="accent1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25ADC0F-AF61-9B17-C7FF-7E5D92E478E0}"/>
              </a:ext>
            </a:extLst>
          </p:cNvPr>
          <p:cNvSpPr/>
          <p:nvPr/>
        </p:nvSpPr>
        <p:spPr>
          <a:xfrm>
            <a:off x="9269099" y="1587444"/>
            <a:ext cx="1030958" cy="1030956"/>
          </a:xfrm>
          <a:prstGeom prst="ellipse">
            <a:avLst/>
          </a:prstGeom>
          <a:solidFill>
            <a:schemeClr val="accent4"/>
          </a:solidFill>
          <a:ln w="127000" cap="flat">
            <a:solidFill>
              <a:schemeClr val="bg2"/>
            </a:solidFill>
            <a:prstDash val="solid"/>
            <a:miter/>
          </a:ln>
          <a:effectLst>
            <a:outerShdw blurRad="254000" dist="127000" dir="5400000" algn="t" rotWithShape="0">
              <a:schemeClr val="accent4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39B5A-63E5-5569-31EE-03C5FCF07FC4}"/>
              </a:ext>
            </a:extLst>
          </p:cNvPr>
          <p:cNvSpPr txBox="1"/>
          <p:nvPr/>
        </p:nvSpPr>
        <p:spPr>
          <a:xfrm>
            <a:off x="2870204" y="1383323"/>
            <a:ext cx="64515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43EEB5-8077-6E89-D513-819C6358FF83}"/>
              </a:ext>
            </a:extLst>
          </p:cNvPr>
          <p:cNvSpPr txBox="1"/>
          <p:nvPr/>
        </p:nvSpPr>
        <p:spPr>
          <a:xfrm>
            <a:off x="4151816" y="4865257"/>
            <a:ext cx="10390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1E934C-9105-1DE2-BA8C-37CA2735D39F}"/>
              </a:ext>
            </a:extLst>
          </p:cNvPr>
          <p:cNvSpPr txBox="1"/>
          <p:nvPr/>
        </p:nvSpPr>
        <p:spPr>
          <a:xfrm>
            <a:off x="3774941" y="5117313"/>
            <a:ext cx="1792818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sed eiusmod tempor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EA8E761-6DED-4F80-5117-970925773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88469" y="3845907"/>
            <a:ext cx="365760" cy="3657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917804-9782-89FB-1856-CBF5D4B53CA3}"/>
              </a:ext>
            </a:extLst>
          </p:cNvPr>
          <p:cNvSpPr txBox="1"/>
          <p:nvPr/>
        </p:nvSpPr>
        <p:spPr>
          <a:xfrm>
            <a:off x="6932187" y="4865257"/>
            <a:ext cx="11769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710EF2-DFD8-D1A5-0664-454E36E85F06}"/>
              </a:ext>
            </a:extLst>
          </p:cNvPr>
          <p:cNvSpPr txBox="1"/>
          <p:nvPr/>
        </p:nvSpPr>
        <p:spPr>
          <a:xfrm>
            <a:off x="6624241" y="5117313"/>
            <a:ext cx="1792818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sed eiusmod tempor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B37548F0-D56C-53F5-529E-5D5B3E850B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337769" y="3845907"/>
            <a:ext cx="365760" cy="3657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B5375D-97D4-01F1-5FD8-A52934CC6C79}"/>
              </a:ext>
            </a:extLst>
          </p:cNvPr>
          <p:cNvSpPr txBox="1"/>
          <p:nvPr/>
        </p:nvSpPr>
        <p:spPr>
          <a:xfrm>
            <a:off x="1891974" y="2939392"/>
            <a:ext cx="9044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9BBDA8-2088-96A5-828E-4197A01A9C71}"/>
              </a:ext>
            </a:extLst>
          </p:cNvPr>
          <p:cNvSpPr txBox="1"/>
          <p:nvPr/>
        </p:nvSpPr>
        <p:spPr>
          <a:xfrm>
            <a:off x="1003570" y="3191448"/>
            <a:ext cx="1792818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sed eiusmod tempor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0FB7F09-1F2B-F495-29E1-E9379A24B3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224540" y="1920042"/>
            <a:ext cx="365760" cy="3657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A5691B9-02E3-5CB6-93BB-94CCA2BDE106}"/>
              </a:ext>
            </a:extLst>
          </p:cNvPr>
          <p:cNvSpPr txBox="1"/>
          <p:nvPr/>
        </p:nvSpPr>
        <p:spPr>
          <a:xfrm>
            <a:off x="9395610" y="2939392"/>
            <a:ext cx="72968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001ADA-0C14-7FC0-4A64-F7E652EEE2DC}"/>
              </a:ext>
            </a:extLst>
          </p:cNvPr>
          <p:cNvSpPr txBox="1"/>
          <p:nvPr/>
        </p:nvSpPr>
        <p:spPr>
          <a:xfrm>
            <a:off x="9395610" y="3191448"/>
            <a:ext cx="1792818" cy="79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sed eiusmod tempor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1A2FEDC-EB64-DE69-66B1-D0696644AB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602055" y="1920042"/>
            <a:ext cx="365045" cy="365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35DE38-DA93-BB35-9C84-448D2FA18135}"/>
              </a:ext>
            </a:extLst>
          </p:cNvPr>
          <p:cNvSpPr txBox="1"/>
          <p:nvPr/>
        </p:nvSpPr>
        <p:spPr>
          <a:xfrm>
            <a:off x="4909666" y="2207022"/>
            <a:ext cx="23726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defRPr>
            </a:lvl1pPr>
          </a:lstStyle>
          <a:p>
            <a:r>
              <a:rPr lang="en-US" sz="1300">
                <a:latin typeface="Bricolage Grotesque" panose="020B0605040402000204" pitchFamily="34" charset="0"/>
              </a:rPr>
              <a:t>SWOT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991855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35721A9-09F3-642A-A9A1-37C63E06529C}"/>
              </a:ext>
            </a:extLst>
          </p:cNvPr>
          <p:cNvSpPr/>
          <p:nvPr/>
        </p:nvSpPr>
        <p:spPr>
          <a:xfrm>
            <a:off x="3628571" y="732970"/>
            <a:ext cx="4934858" cy="4934860"/>
          </a:xfrm>
          <a:custGeom>
            <a:avLst/>
            <a:gdLst>
              <a:gd name="connsiteX0" fmla="*/ 3752850 w 3752849"/>
              <a:gd name="connsiteY0" fmla="*/ 1876425 h 3752850"/>
              <a:gd name="connsiteX1" fmla="*/ 1876425 w 3752849"/>
              <a:gd name="connsiteY1" fmla="*/ 3752850 h 3752850"/>
              <a:gd name="connsiteX2" fmla="*/ 0 w 3752849"/>
              <a:gd name="connsiteY2" fmla="*/ 1876425 h 3752850"/>
              <a:gd name="connsiteX3" fmla="*/ 1876425 w 3752849"/>
              <a:gd name="connsiteY3" fmla="*/ 0 h 3752850"/>
              <a:gd name="connsiteX4" fmla="*/ 3752850 w 3752849"/>
              <a:gd name="connsiteY4" fmla="*/ 1876425 h 3752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52849" h="3752850">
                <a:moveTo>
                  <a:pt x="3752850" y="1876425"/>
                </a:moveTo>
                <a:cubicBezTo>
                  <a:pt x="3752850" y="2912746"/>
                  <a:pt x="2912746" y="3752850"/>
                  <a:pt x="1876425" y="3752850"/>
                </a:cubicBezTo>
                <a:cubicBezTo>
                  <a:pt x="840104" y="3752850"/>
                  <a:pt x="0" y="2912746"/>
                  <a:pt x="0" y="1876425"/>
                </a:cubicBezTo>
                <a:cubicBezTo>
                  <a:pt x="0" y="840104"/>
                  <a:pt x="840104" y="0"/>
                  <a:pt x="1876425" y="0"/>
                </a:cubicBezTo>
                <a:cubicBezTo>
                  <a:pt x="2912746" y="0"/>
                  <a:pt x="3752850" y="840104"/>
                  <a:pt x="3752850" y="1876425"/>
                </a:cubicBezTo>
                <a:close/>
              </a:path>
            </a:pathLst>
          </a:custGeom>
          <a:solidFill>
            <a:schemeClr val="bg2"/>
          </a:solidFill>
          <a:ln w="1016000" cap="flat">
            <a:gradFill flip="none" rotWithShape="1">
              <a:gsLst>
                <a:gs pos="33000">
                  <a:schemeClr val="accent2"/>
                </a:gs>
                <a:gs pos="68000">
                  <a:schemeClr val="accent3"/>
                </a:gs>
                <a:gs pos="0">
                  <a:schemeClr val="accent1"/>
                </a:gs>
                <a:gs pos="100000">
                  <a:schemeClr val="accent4"/>
                </a:gs>
              </a:gsLst>
              <a:lin ang="0" scaled="1"/>
              <a:tileRect/>
            </a:gradFill>
            <a:prstDash val="solid"/>
            <a:miter/>
          </a:ln>
          <a:effectLst>
            <a:outerShdw blurRad="381000" dist="127000" dir="5400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2BA0A-5EC9-01F5-D95B-99DE7C970AA7}"/>
              </a:ext>
            </a:extLst>
          </p:cNvPr>
          <p:cNvSpPr txBox="1"/>
          <p:nvPr/>
        </p:nvSpPr>
        <p:spPr>
          <a:xfrm>
            <a:off x="4658280" y="2600236"/>
            <a:ext cx="2875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rPr>
              <a:t>SWOT Analysis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588E772-5DCF-5FE8-1372-FAAF046BEDC0}"/>
              </a:ext>
            </a:extLst>
          </p:cNvPr>
          <p:cNvSpPr/>
          <p:nvPr/>
        </p:nvSpPr>
        <p:spPr>
          <a:xfrm rot="900000">
            <a:off x="7182280" y="4075801"/>
            <a:ext cx="4023360" cy="88947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4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4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BC6B15-8A36-021A-94A7-6129C1322573}"/>
              </a:ext>
            </a:extLst>
          </p:cNvPr>
          <p:cNvSpPr/>
          <p:nvPr/>
        </p:nvSpPr>
        <p:spPr>
          <a:xfrm rot="900000">
            <a:off x="7508993" y="3870809"/>
            <a:ext cx="541618" cy="541616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3576E-85F0-51F7-F700-477451C7E116}"/>
              </a:ext>
            </a:extLst>
          </p:cNvPr>
          <p:cNvSpPr txBox="1"/>
          <p:nvPr/>
        </p:nvSpPr>
        <p:spPr>
          <a:xfrm rot="900000">
            <a:off x="8174555" y="4082244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08D25C-4B93-C7C4-7493-707A8E4E245D}"/>
              </a:ext>
            </a:extLst>
          </p:cNvPr>
          <p:cNvSpPr txBox="1"/>
          <p:nvPr/>
        </p:nvSpPr>
        <p:spPr>
          <a:xfrm rot="900000">
            <a:off x="8064622" y="4665215"/>
            <a:ext cx="33531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consectetur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591CD32-EF91-D195-090D-352AA78EA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900000">
            <a:off x="7666226" y="4027817"/>
            <a:ext cx="227155" cy="227600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97541AC-9299-FD8A-D337-21D1557C6034}"/>
              </a:ext>
            </a:extLst>
          </p:cNvPr>
          <p:cNvSpPr/>
          <p:nvPr/>
        </p:nvSpPr>
        <p:spPr>
          <a:xfrm rot="20700000">
            <a:off x="887006" y="4080838"/>
            <a:ext cx="4023360" cy="88947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2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2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93948F-BFF4-8D2F-18F0-C777973D7F2A}"/>
              </a:ext>
            </a:extLst>
          </p:cNvPr>
          <p:cNvSpPr txBox="1"/>
          <p:nvPr/>
        </p:nvSpPr>
        <p:spPr>
          <a:xfrm rot="20700000">
            <a:off x="2983648" y="4105661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B8AD8D-7D8C-BCE2-B59E-BF9AA5822375}"/>
              </a:ext>
            </a:extLst>
          </p:cNvPr>
          <p:cNvSpPr txBox="1"/>
          <p:nvPr/>
        </p:nvSpPr>
        <p:spPr>
          <a:xfrm rot="20700000">
            <a:off x="774210" y="4648595"/>
            <a:ext cx="33531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/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consectetur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2ACBF0B-898D-9ED4-5CB4-C9FBF0B6E942}"/>
              </a:ext>
            </a:extLst>
          </p:cNvPr>
          <p:cNvSpPr/>
          <p:nvPr/>
        </p:nvSpPr>
        <p:spPr>
          <a:xfrm rot="20700000">
            <a:off x="7182372" y="1434145"/>
            <a:ext cx="4023360" cy="88947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3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0F6E93-F2C6-3A3C-5C31-C8972209ED49}"/>
              </a:ext>
            </a:extLst>
          </p:cNvPr>
          <p:cNvSpPr/>
          <p:nvPr/>
        </p:nvSpPr>
        <p:spPr>
          <a:xfrm rot="20700000">
            <a:off x="7509132" y="1987169"/>
            <a:ext cx="541618" cy="541616"/>
          </a:xfrm>
          <a:prstGeom prst="ellipse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66190-C7A8-D9D6-74F4-6131A0C7FF53}"/>
              </a:ext>
            </a:extLst>
          </p:cNvPr>
          <p:cNvSpPr txBox="1"/>
          <p:nvPr/>
        </p:nvSpPr>
        <p:spPr>
          <a:xfrm rot="20700000">
            <a:off x="8108718" y="1749297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04EDC2-293F-BA6D-F547-1B9EAEFDBA42}"/>
              </a:ext>
            </a:extLst>
          </p:cNvPr>
          <p:cNvSpPr txBox="1"/>
          <p:nvPr/>
        </p:nvSpPr>
        <p:spPr>
          <a:xfrm rot="20700000">
            <a:off x="8136878" y="1711138"/>
            <a:ext cx="33531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consectetur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5043E4E-B1BC-A7F0-C521-9C8DB262E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20700000">
            <a:off x="7666141" y="2144176"/>
            <a:ext cx="227600" cy="227600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A6DF371-F6B7-4550-8C2D-2A2C2DFDF694}"/>
              </a:ext>
            </a:extLst>
          </p:cNvPr>
          <p:cNvSpPr/>
          <p:nvPr/>
        </p:nvSpPr>
        <p:spPr>
          <a:xfrm rot="900000">
            <a:off x="887098" y="1425318"/>
            <a:ext cx="4023360" cy="88947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 cap="flat">
            <a:solidFill>
              <a:schemeClr val="accent1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1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0CB5D8-A0DC-4DA9-F737-C6D266FA6EFA}"/>
              </a:ext>
            </a:extLst>
          </p:cNvPr>
          <p:cNvSpPr txBox="1"/>
          <p:nvPr/>
        </p:nvSpPr>
        <p:spPr>
          <a:xfrm rot="900000">
            <a:off x="3174225" y="1801869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E174AF-AF94-AF94-D13E-56B12F831828}"/>
              </a:ext>
            </a:extLst>
          </p:cNvPr>
          <p:cNvSpPr txBox="1"/>
          <p:nvPr/>
        </p:nvSpPr>
        <p:spPr>
          <a:xfrm rot="900000">
            <a:off x="701954" y="1728444"/>
            <a:ext cx="33531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r"/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consectetur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B0DFF1F-2066-A5EB-961A-2827EEED8631}"/>
              </a:ext>
            </a:extLst>
          </p:cNvPr>
          <p:cNvSpPr/>
          <p:nvPr/>
        </p:nvSpPr>
        <p:spPr>
          <a:xfrm rot="20700000">
            <a:off x="4038271" y="3869512"/>
            <a:ext cx="541618" cy="541616"/>
          </a:xfrm>
          <a:prstGeom prst="ellipse">
            <a:avLst/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0E4D3A74-C19F-C573-FD7A-1EB78D463C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20700000">
            <a:off x="4195280" y="4026519"/>
            <a:ext cx="227600" cy="22760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88411636-1E1B-1B64-34F5-CF97680E6A8F}"/>
              </a:ext>
            </a:extLst>
          </p:cNvPr>
          <p:cNvSpPr/>
          <p:nvPr/>
        </p:nvSpPr>
        <p:spPr>
          <a:xfrm rot="900000">
            <a:off x="4043753" y="1977612"/>
            <a:ext cx="541618" cy="541616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34EBF872-8ACC-2597-F3BA-289454115E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00000">
            <a:off x="4200762" y="2134619"/>
            <a:ext cx="227600" cy="2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7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F2BA0A-5EC9-01F5-D95B-99DE7C970AA7}"/>
              </a:ext>
            </a:extLst>
          </p:cNvPr>
          <p:cNvSpPr txBox="1"/>
          <p:nvPr/>
        </p:nvSpPr>
        <p:spPr>
          <a:xfrm>
            <a:off x="3802743" y="593415"/>
            <a:ext cx="4586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Inter SemiBold" panose="02000503000000020004" pitchFamily="2" charset="0"/>
                <a:cs typeface="+mn-cs"/>
              </a:rPr>
              <a:t>SWOT Analysis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0D4D017-6A8E-C6F1-949E-844CB5AA67B6}"/>
              </a:ext>
            </a:extLst>
          </p:cNvPr>
          <p:cNvSpPr/>
          <p:nvPr/>
        </p:nvSpPr>
        <p:spPr>
          <a:xfrm>
            <a:off x="8059702" y="3352114"/>
            <a:ext cx="2485639" cy="2485639"/>
          </a:xfrm>
          <a:prstGeom prst="ellipse">
            <a:avLst/>
          </a:prstGeom>
          <a:solidFill>
            <a:schemeClr val="bg2"/>
          </a:solidFill>
          <a:ln w="6350" cap="flat">
            <a:solidFill>
              <a:schemeClr val="accent4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4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CD7BC22-0409-AB10-6061-10F1C8DE438E}"/>
              </a:ext>
            </a:extLst>
          </p:cNvPr>
          <p:cNvSpPr/>
          <p:nvPr/>
        </p:nvSpPr>
        <p:spPr>
          <a:xfrm>
            <a:off x="8850317" y="2900138"/>
            <a:ext cx="904410" cy="904406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59CCA370-64BD-03C5-71D8-FB2F78047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58784" y="3208094"/>
            <a:ext cx="287476" cy="28804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F40C917-7FC0-1531-986A-8BFEECC422A0}"/>
              </a:ext>
            </a:extLst>
          </p:cNvPr>
          <p:cNvSpPr txBox="1"/>
          <p:nvPr/>
        </p:nvSpPr>
        <p:spPr>
          <a:xfrm>
            <a:off x="8937678" y="3956604"/>
            <a:ext cx="7296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Threat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4FA7CD-C621-434B-184A-7A8DA3F0A4BD}"/>
              </a:ext>
            </a:extLst>
          </p:cNvPr>
          <p:cNvSpPr txBox="1"/>
          <p:nvPr/>
        </p:nvSpPr>
        <p:spPr>
          <a:xfrm>
            <a:off x="8370853" y="4208660"/>
            <a:ext cx="1863340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02C10F2-6D4B-F6B4-7930-43BADC73C508}"/>
              </a:ext>
            </a:extLst>
          </p:cNvPr>
          <p:cNvSpPr/>
          <p:nvPr/>
        </p:nvSpPr>
        <p:spPr>
          <a:xfrm>
            <a:off x="5922022" y="2312072"/>
            <a:ext cx="2485639" cy="2485639"/>
          </a:xfrm>
          <a:prstGeom prst="ellipse">
            <a:avLst/>
          </a:prstGeom>
          <a:solidFill>
            <a:schemeClr val="bg2"/>
          </a:solidFill>
          <a:ln w="6350" cap="flat">
            <a:solidFill>
              <a:schemeClr val="accent3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EA9E46F-FAF6-94F0-8891-C9D442037B54}"/>
              </a:ext>
            </a:extLst>
          </p:cNvPr>
          <p:cNvSpPr/>
          <p:nvPr/>
        </p:nvSpPr>
        <p:spPr>
          <a:xfrm>
            <a:off x="6712637" y="1860096"/>
            <a:ext cx="904410" cy="904406"/>
          </a:xfrm>
          <a:prstGeom prst="ellipse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4FCC50EA-FAD6-DD99-8AEA-BAC2CFD9A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020822" y="2168052"/>
            <a:ext cx="288040" cy="288040"/>
          </a:xfrm>
          <a:prstGeom prst="rect">
            <a:avLst/>
          </a:prstGeom>
          <a:effectLst>
            <a:outerShdw blurRad="254000" dist="127000" dir="5400000" algn="t" rotWithShape="0">
              <a:schemeClr val="accent3">
                <a:alpha val="10000"/>
              </a:schemeClr>
            </a:outerShdw>
          </a:effec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A179C35-601F-574E-541E-4E187E2608D7}"/>
              </a:ext>
            </a:extLst>
          </p:cNvPr>
          <p:cNvSpPr txBox="1"/>
          <p:nvPr/>
        </p:nvSpPr>
        <p:spPr>
          <a:xfrm>
            <a:off x="6576380" y="2916562"/>
            <a:ext cx="11769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Opportunity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A2586D-C64D-9792-21C6-4730205D4F6C}"/>
              </a:ext>
            </a:extLst>
          </p:cNvPr>
          <p:cNvSpPr txBox="1"/>
          <p:nvPr/>
        </p:nvSpPr>
        <p:spPr>
          <a:xfrm>
            <a:off x="6233173" y="3168618"/>
            <a:ext cx="1863340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316ED8-F89F-8A27-6F07-14D390CE5795}"/>
              </a:ext>
            </a:extLst>
          </p:cNvPr>
          <p:cNvSpPr/>
          <p:nvPr/>
        </p:nvSpPr>
        <p:spPr>
          <a:xfrm>
            <a:off x="1646660" y="2312072"/>
            <a:ext cx="2485639" cy="2485639"/>
          </a:xfrm>
          <a:prstGeom prst="ellipse">
            <a:avLst/>
          </a:prstGeom>
          <a:solidFill>
            <a:schemeClr val="bg2"/>
          </a:solidFill>
          <a:ln w="6350" cap="flat">
            <a:solidFill>
              <a:schemeClr val="accent1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1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B1CA77E-3585-CFAA-B35F-714D0AFFE131}"/>
              </a:ext>
            </a:extLst>
          </p:cNvPr>
          <p:cNvSpPr/>
          <p:nvPr/>
        </p:nvSpPr>
        <p:spPr>
          <a:xfrm>
            <a:off x="2437275" y="1860096"/>
            <a:ext cx="904410" cy="904406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21ACFED-EE14-DF5A-54D4-AC47D74E9D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745460" y="2168052"/>
            <a:ext cx="288040" cy="28804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07BECF3-3EBF-E920-E3EA-A61404D1FBB5}"/>
              </a:ext>
            </a:extLst>
          </p:cNvPr>
          <p:cNvSpPr txBox="1"/>
          <p:nvPr/>
        </p:nvSpPr>
        <p:spPr>
          <a:xfrm>
            <a:off x="2437273" y="2916562"/>
            <a:ext cx="9044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9A633B-84B4-E967-14FE-6B19E5899536}"/>
              </a:ext>
            </a:extLst>
          </p:cNvPr>
          <p:cNvSpPr txBox="1"/>
          <p:nvPr/>
        </p:nvSpPr>
        <p:spPr>
          <a:xfrm>
            <a:off x="1957811" y="3168618"/>
            <a:ext cx="1863340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6204A8E-046A-FBB0-A3C0-3BB551561A07}"/>
              </a:ext>
            </a:extLst>
          </p:cNvPr>
          <p:cNvSpPr/>
          <p:nvPr/>
        </p:nvSpPr>
        <p:spPr>
          <a:xfrm>
            <a:off x="3784341" y="3352114"/>
            <a:ext cx="2485639" cy="2485639"/>
          </a:xfrm>
          <a:prstGeom prst="ellipse">
            <a:avLst/>
          </a:prstGeom>
          <a:solidFill>
            <a:schemeClr val="bg2"/>
          </a:solidFill>
          <a:ln w="6350" cap="flat">
            <a:solidFill>
              <a:schemeClr val="accent2">
                <a:alpha val="50000"/>
              </a:schemeClr>
            </a:solidFill>
            <a:prstDash val="solid"/>
            <a:miter/>
          </a:ln>
          <a:effectLst>
            <a:outerShdw blurRad="254000" dist="127000" dir="5400000" algn="t" rotWithShape="0">
              <a:schemeClr val="accent2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C970A93-40D3-D173-6BEA-EA0033642810}"/>
              </a:ext>
            </a:extLst>
          </p:cNvPr>
          <p:cNvSpPr/>
          <p:nvPr/>
        </p:nvSpPr>
        <p:spPr>
          <a:xfrm>
            <a:off x="4574956" y="2900138"/>
            <a:ext cx="904410" cy="904406"/>
          </a:xfrm>
          <a:prstGeom prst="ellipse">
            <a:avLst/>
          </a:pr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E3B480D6-7573-0155-9D05-F4E0B9C420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883141" y="3208094"/>
            <a:ext cx="288040" cy="288040"/>
          </a:xfrm>
          <a:prstGeom prst="rect">
            <a:avLst/>
          </a:prstGeom>
          <a:effectLst>
            <a:outerShdw blurRad="254000" dist="127000" dir="5400000" algn="t" rotWithShape="0">
              <a:schemeClr val="accent2">
                <a:alpha val="10000"/>
              </a:scheme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45C9266-E95E-1E54-07F4-B3B58B9F381E}"/>
              </a:ext>
            </a:extLst>
          </p:cNvPr>
          <p:cNvSpPr txBox="1"/>
          <p:nvPr/>
        </p:nvSpPr>
        <p:spPr>
          <a:xfrm>
            <a:off x="4507628" y="3956604"/>
            <a:ext cx="10390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E23D60-6479-999D-0135-3473D2EA2316}"/>
              </a:ext>
            </a:extLst>
          </p:cNvPr>
          <p:cNvSpPr txBox="1"/>
          <p:nvPr/>
        </p:nvSpPr>
        <p:spPr>
          <a:xfrm>
            <a:off x="4095492" y="4208660"/>
            <a:ext cx="1863340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 b="1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b="0">
                <a:solidFill>
                  <a:schemeClr val="tx2">
                    <a:alpha val="60000"/>
                  </a:schemeClr>
                </a:solidFill>
              </a:rPr>
              <a:t>Lorem ipsum dolor sit amet consectetur adipiscing elit sed do eiusmod tempor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37FA441-AEFB-59EF-653C-C430F0F4F3DB}"/>
              </a:ext>
            </a:extLst>
          </p:cNvPr>
          <p:cNvSpPr/>
          <p:nvPr/>
        </p:nvSpPr>
        <p:spPr>
          <a:xfrm rot="10800000" flipH="1">
            <a:off x="0" y="-4911"/>
            <a:ext cx="5546695" cy="3108229"/>
          </a:xfrm>
          <a:custGeom>
            <a:avLst/>
            <a:gdLst>
              <a:gd name="connsiteX0" fmla="*/ 5450877 w 5450877"/>
              <a:gd name="connsiteY0" fmla="*/ 3052556 h 3054535"/>
              <a:gd name="connsiteX1" fmla="*/ 5450877 w 5450877"/>
              <a:gd name="connsiteY1" fmla="*/ 3054535 h 3054535"/>
              <a:gd name="connsiteX2" fmla="*/ 5373724 w 5450877"/>
              <a:gd name="connsiteY2" fmla="*/ 3054535 h 3054535"/>
              <a:gd name="connsiteX3" fmla="*/ 0 w 5450877"/>
              <a:gd name="connsiteY3" fmla="*/ 0 h 3054535"/>
              <a:gd name="connsiteX4" fmla="*/ 148841 w 5450877"/>
              <a:gd name="connsiteY4" fmla="*/ 235587 h 3054535"/>
              <a:gd name="connsiteX5" fmla="*/ 5373724 w 5450877"/>
              <a:gd name="connsiteY5" fmla="*/ 3054535 h 3054535"/>
              <a:gd name="connsiteX6" fmla="*/ 0 w 5450877"/>
              <a:gd name="connsiteY6" fmla="*/ 3054535 h 305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0877" h="3054535">
                <a:moveTo>
                  <a:pt x="5450877" y="3052556"/>
                </a:moveTo>
                <a:lnTo>
                  <a:pt x="5450877" y="3054535"/>
                </a:lnTo>
                <a:lnTo>
                  <a:pt x="5373724" y="3054535"/>
                </a:lnTo>
                <a:close/>
                <a:moveTo>
                  <a:pt x="0" y="0"/>
                </a:moveTo>
                <a:lnTo>
                  <a:pt x="148841" y="235587"/>
                </a:lnTo>
                <a:cubicBezTo>
                  <a:pt x="1281175" y="1936338"/>
                  <a:pt x="3198760" y="3054535"/>
                  <a:pt x="5373724" y="3054535"/>
                </a:cubicBezTo>
                <a:lnTo>
                  <a:pt x="0" y="3054535"/>
                </a:lnTo>
                <a:close/>
              </a:path>
            </a:pathLst>
          </a:custGeom>
          <a:gradFill flip="none" rotWithShape="0">
            <a:gsLst>
              <a:gs pos="80000">
                <a:schemeClr val="accent2"/>
              </a:gs>
              <a:gs pos="2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447EDD5-C7FD-13E6-5C19-2EF4EF9833C1}"/>
              </a:ext>
            </a:extLst>
          </p:cNvPr>
          <p:cNvSpPr/>
          <p:nvPr/>
        </p:nvSpPr>
        <p:spPr>
          <a:xfrm flipH="1">
            <a:off x="7124700" y="4018412"/>
            <a:ext cx="5067300" cy="2839588"/>
          </a:xfrm>
          <a:custGeom>
            <a:avLst/>
            <a:gdLst>
              <a:gd name="connsiteX0" fmla="*/ 5450877 w 5450877"/>
              <a:gd name="connsiteY0" fmla="*/ 3052556 h 3054535"/>
              <a:gd name="connsiteX1" fmla="*/ 5450877 w 5450877"/>
              <a:gd name="connsiteY1" fmla="*/ 3054535 h 3054535"/>
              <a:gd name="connsiteX2" fmla="*/ 5373724 w 5450877"/>
              <a:gd name="connsiteY2" fmla="*/ 3054535 h 3054535"/>
              <a:gd name="connsiteX3" fmla="*/ 0 w 5450877"/>
              <a:gd name="connsiteY3" fmla="*/ 0 h 3054535"/>
              <a:gd name="connsiteX4" fmla="*/ 148841 w 5450877"/>
              <a:gd name="connsiteY4" fmla="*/ 235587 h 3054535"/>
              <a:gd name="connsiteX5" fmla="*/ 5373724 w 5450877"/>
              <a:gd name="connsiteY5" fmla="*/ 3054535 h 3054535"/>
              <a:gd name="connsiteX6" fmla="*/ 0 w 5450877"/>
              <a:gd name="connsiteY6" fmla="*/ 3054535 h 305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0877" h="3054535">
                <a:moveTo>
                  <a:pt x="5450877" y="3052556"/>
                </a:moveTo>
                <a:lnTo>
                  <a:pt x="5450877" y="3054535"/>
                </a:lnTo>
                <a:lnTo>
                  <a:pt x="5373724" y="3054535"/>
                </a:lnTo>
                <a:close/>
                <a:moveTo>
                  <a:pt x="0" y="0"/>
                </a:moveTo>
                <a:lnTo>
                  <a:pt x="148841" y="235587"/>
                </a:lnTo>
                <a:cubicBezTo>
                  <a:pt x="1281175" y="1936338"/>
                  <a:pt x="3198760" y="3054535"/>
                  <a:pt x="5373724" y="3054535"/>
                </a:cubicBezTo>
                <a:lnTo>
                  <a:pt x="0" y="3054535"/>
                </a:lnTo>
                <a:close/>
              </a:path>
            </a:pathLst>
          </a:custGeom>
          <a:gradFill flip="none" rotWithShape="0">
            <a:gsLst>
              <a:gs pos="90000">
                <a:schemeClr val="accent4"/>
              </a:gs>
              <a:gs pos="20000">
                <a:schemeClr val="accent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A7B1C-28EC-4E0E-82B3-EA35EE58154A}"/>
              </a:ext>
            </a:extLst>
          </p:cNvPr>
          <p:cNvSpPr txBox="1"/>
          <p:nvPr/>
        </p:nvSpPr>
        <p:spPr>
          <a:xfrm>
            <a:off x="4909666" y="1365516"/>
            <a:ext cx="23726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>
                <a:solidFill>
                  <a:schemeClr val="tx2"/>
                </a:solidFill>
                <a:latin typeface="+mj-lt"/>
                <a:ea typeface="Inter SemiBold" panose="02000503000000020004" pitchFamily="2" charset="0"/>
              </a:defRPr>
            </a:lvl1pPr>
          </a:lstStyle>
          <a:p>
            <a:r>
              <a:rPr lang="en-US" sz="1300">
                <a:latin typeface="Bricolage Grotesque" panose="020B0605040402000204" pitchFamily="34" charset="0"/>
              </a:rPr>
              <a:t>SWOT Presentation</a:t>
            </a:r>
          </a:p>
        </p:txBody>
      </p:sp>
    </p:spTree>
    <p:extLst>
      <p:ext uri="{BB962C8B-B14F-4D97-AF65-F5344CB8AC3E}">
        <p14:creationId xmlns:p14="http://schemas.microsoft.com/office/powerpoint/2010/main" val="737050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ght - Blue Diamond">
      <a:dk1>
        <a:sysClr val="windowText" lastClr="000000"/>
      </a:dk1>
      <a:lt1>
        <a:sysClr val="window" lastClr="FFFFFF"/>
      </a:lt1>
      <a:dk2>
        <a:srgbClr val="292C35"/>
      </a:dk2>
      <a:lt2>
        <a:srgbClr val="FFFFFF"/>
      </a:lt2>
      <a:accent1>
        <a:srgbClr val="24E0FF"/>
      </a:accent1>
      <a:accent2>
        <a:srgbClr val="418CFF"/>
      </a:accent2>
      <a:accent3>
        <a:srgbClr val="B180FF"/>
      </a:accent3>
      <a:accent4>
        <a:srgbClr val="FF6994"/>
      </a:accent4>
      <a:accent5>
        <a:srgbClr val="FCA249"/>
      </a:accent5>
      <a:accent6>
        <a:srgbClr val="A1DB3B"/>
      </a:accent6>
      <a:hlink>
        <a:srgbClr val="9454C3"/>
      </a:hlink>
      <a:folHlink>
        <a:srgbClr val="3EBBF0"/>
      </a:folHlink>
    </a:clrScheme>
    <a:fontScheme name="Infographic">
      <a:majorFont>
        <a:latin typeface="Bricolage Grotesque Semi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1066</Words>
  <Application>Microsoft Macintosh PowerPoint</Application>
  <PresentationFormat>Widescreen</PresentationFormat>
  <Paragraphs>194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Bricolage Grotesque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SWOT Analysis Intro Slide</dc:title>
  <dc:subject/>
  <dc:creator>Kadhiravan Jayachandiran</dc:creator>
  <cp:keywords/>
  <dc:description/>
  <cp:lastModifiedBy>Kadhiravan Jayachandiran</cp:lastModifiedBy>
  <cp:revision>75</cp:revision>
  <dcterms:created xsi:type="dcterms:W3CDTF">2024-02-01T13:20:44Z</dcterms:created>
  <dcterms:modified xsi:type="dcterms:W3CDTF">2025-06-27T13:40:28Z</dcterms:modified>
  <cp:category/>
</cp:coreProperties>
</file>