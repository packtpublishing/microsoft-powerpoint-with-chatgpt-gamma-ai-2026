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026" r:id="rId2"/>
    <p:sldId id="2027" r:id="rId3"/>
    <p:sldId id="257" r:id="rId4"/>
    <p:sldId id="2028" r:id="rId5"/>
    <p:sldId id="2005" r:id="rId6"/>
    <p:sldId id="2029" r:id="rId7"/>
    <p:sldId id="1997" r:id="rId8"/>
    <p:sldId id="2030" r:id="rId9"/>
    <p:sldId id="256" r:id="rId10"/>
    <p:sldId id="2032" r:id="rId11"/>
    <p:sldId id="2017" r:id="rId12"/>
    <p:sldId id="2031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355"/>
    <a:srgbClr val="D00B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88"/>
    <p:restoredTop sz="94710"/>
  </p:normalViewPr>
  <p:slideViewPr>
    <p:cSldViewPr snapToGrid="0">
      <p:cViewPr varScale="1">
        <p:scale>
          <a:sx n="114" d="100"/>
          <a:sy n="114" d="100"/>
        </p:scale>
        <p:origin x="176" y="8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7CB1C2-F2F7-2C4D-927A-8F0B861CDC21}" type="datetimeFigureOut">
              <a:rPr lang="en-US" smtClean="0"/>
              <a:t>4/18/25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7B25FC-F331-734B-A164-B2B0FA8A03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5605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95B28-632C-4C70-9D52-3BA540F37A7C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583373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Bar chart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95B28-632C-4C70-9D52-3BA540F37A7C}" type="slidenum">
              <a:rPr lang="en-IN" smtClean="0"/>
              <a:t>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09728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Competitor 1, Competitor 2…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95B28-632C-4C70-9D52-3BA540F37A7C}" type="slidenum">
              <a:rPr lang="en-IN" smtClean="0"/>
              <a:t>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232759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95B28-632C-4C70-9D52-3BA540F37A7C}" type="slidenum">
              <a:rPr lang="en-IN" smtClean="0"/>
              <a:t>11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675538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DCB44-0744-873D-37DD-A79FE848AB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4FE1C5-3341-9B31-A3EE-9F20FB4928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FE2C89-7447-2B7B-0584-DBB4331B1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EDCDD-17EF-814F-9EFE-D6F9040C0C2F}" type="datetimeFigureOut">
              <a:rPr lang="en-US" smtClean="0"/>
              <a:t>4/18/25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2AB137-3D7E-9210-A44B-63450FBB0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D37B1A-E6B7-F77B-5FC1-8E5D7C390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BCCA4-1B0C-2544-8615-8B773948F3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144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AF89A-BDCB-C4AD-DA9E-561333CA9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1129F8-4338-5C93-FC51-521C80B6EA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8063F4-1F90-B525-1EAB-6A1D5D705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EDCDD-17EF-814F-9EFE-D6F9040C0C2F}" type="datetimeFigureOut">
              <a:rPr lang="en-US" smtClean="0"/>
              <a:t>4/18/25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D16C27-61C1-1D64-5731-EC20D7355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6C2288-E9E5-E44A-DF80-F2CC30F55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BCCA4-1B0C-2544-8615-8B773948F3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934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7E942-9DF2-89F6-1C00-BDD270B6A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1C0C9F-D031-7052-1DE5-9C5D683845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296D9-3874-B46D-A93D-11FE3D32B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EDCDD-17EF-814F-9EFE-D6F9040C0C2F}" type="datetimeFigureOut">
              <a:rPr lang="en-US" smtClean="0"/>
              <a:t>4/18/25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B8BA05-04BF-7BA0-7681-3566B6D51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93C4AA-08E7-D08A-C097-5482401D1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BCCA4-1B0C-2544-8615-8B773948F3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0823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E2DD7-EE68-1858-A73D-CB0D312A3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2371C3-7D49-9CDC-9889-4CA65EFB8C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A20EFE-D787-0E3B-F451-22854022B8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256895-9D2A-0836-3693-652E9BEEE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EDCDD-17EF-814F-9EFE-D6F9040C0C2F}" type="datetimeFigureOut">
              <a:rPr lang="en-US" smtClean="0"/>
              <a:t>4/18/25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9CC772-CDEF-79F6-7704-1894C0BDB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405D61-8F42-6478-5AE7-313E7E920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BCCA4-1B0C-2544-8615-8B773948F3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491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70447-47DA-DE84-A1D9-D08663C4C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6F6418-B7C8-FC32-71DA-4557BE3727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02E674-65BD-CF81-B923-549EAABEE3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DAB066-8F9B-24D1-5692-82B76AF047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B4C632-7ACF-5FC1-A648-5705226DEF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7A9C3F-C066-619B-6C46-15FAEABF6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EDCDD-17EF-814F-9EFE-D6F9040C0C2F}" type="datetimeFigureOut">
              <a:rPr lang="en-US" smtClean="0"/>
              <a:t>4/18/25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64E36D-FFF1-132D-9B50-A5587B901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1C7CE3-B645-F58A-9D1E-DA89E04DC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BCCA4-1B0C-2544-8615-8B773948F3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7179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BDFD8-10D1-26A4-85CB-99F10D60A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FD9A7D-966C-AB44-5A14-DFE297E81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EDCDD-17EF-814F-9EFE-D6F9040C0C2F}" type="datetimeFigureOut">
              <a:rPr lang="en-US" smtClean="0"/>
              <a:t>4/18/25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786D70-CCA7-1E55-5AAF-2C49BB75E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512622-A3EF-7FAE-6D37-6446BC0D2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BCCA4-1B0C-2544-8615-8B773948F3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0900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9D93DD-32D7-0F95-52F4-E2FA01871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EDCDD-17EF-814F-9EFE-D6F9040C0C2F}" type="datetimeFigureOut">
              <a:rPr lang="en-US" smtClean="0"/>
              <a:t>4/18/25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74D1C5-A17C-DE3D-67FA-39E01ACBE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FDB059-E91F-520E-BACD-D5792307A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BCCA4-1B0C-2544-8615-8B773948F3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3593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995BC-5A39-F20D-3DB8-FE1D01DD0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88D609-5AB6-A15C-EF87-043D4A639A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1DDD45-61CB-5F63-F039-72CA0F7F53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5FD403-9BA9-EF88-6BF6-85CCA3E85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EDCDD-17EF-814F-9EFE-D6F9040C0C2F}" type="datetimeFigureOut">
              <a:rPr lang="en-US" smtClean="0"/>
              <a:t>4/18/25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EDDEC2-072D-EE19-5101-F384FAAEA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3AA479-9EBF-2601-6E21-94778C153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BCCA4-1B0C-2544-8615-8B773948F3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5515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FA5BE-859A-60E0-FCB5-A93FE5CFAD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9A6965-9225-B999-824B-2A1EB6A308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D1F510-8D24-A5A0-4761-11F59A8605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92EFF4-59BB-1D02-4848-7F7F9579E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EDCDD-17EF-814F-9EFE-D6F9040C0C2F}" type="datetimeFigureOut">
              <a:rPr lang="en-US" smtClean="0"/>
              <a:t>4/18/25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BA85AC-1927-7CB3-0922-E0182A92E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55A406-464E-D714-6B1C-81203151C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BCCA4-1B0C-2544-8615-8B773948F3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6388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F5F39-2C1F-5F68-110E-102B81777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E12D95-2188-FEA6-EB45-40918C632E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199E34-82DD-68E6-6A88-1B522D52B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EDCDD-17EF-814F-9EFE-D6F9040C0C2F}" type="datetimeFigureOut">
              <a:rPr lang="en-US" smtClean="0"/>
              <a:t>4/18/25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87AE30-65A5-37BC-635E-F2EBF4E10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0075C7-AEB4-60A7-B11E-1B20D9004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BCCA4-1B0C-2544-8615-8B773948F3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1427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484D142-8A4B-C4C5-4C8C-3E5466E2AE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474396-72D1-BB3B-9D0B-0C8A84BB09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C39029-865E-C99A-D175-3A929E1CC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EDCDD-17EF-814F-9EFE-D6F9040C0C2F}" type="datetimeFigureOut">
              <a:rPr lang="en-US" smtClean="0"/>
              <a:t>4/18/25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F37BAF-9F1B-2971-F549-06F9ED297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8EFBF8-3840-7EC2-B90F-68786D47B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BCCA4-1B0C-2544-8615-8B773948F3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0352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6DC48A5-2A15-8488-8EF1-7BC7FC032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231512-D5DE-7282-1B74-213D7A7F5F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41CEE5-689F-85F3-A979-32F526C2F5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BEDCDD-17EF-814F-9EFE-D6F9040C0C2F}" type="datetimeFigureOut">
              <a:rPr lang="en-US" smtClean="0"/>
              <a:t>4/18/25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40243B-6F6B-29CE-C7E6-1A412A7097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7BB4E7-3324-C931-B0BB-5E3492B803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ABCCA4-1B0C-2544-8615-8B773948F3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0646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9DEDF218-2634-8EE5-836A-20725EA86D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22" y="22578"/>
            <a:ext cx="12112978" cy="6952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9525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8332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Picture 91">
            <a:extLst>
              <a:ext uri="{FF2B5EF4-FFF2-40B4-BE49-F238E27FC236}">
                <a16:creationId xmlns:a16="http://schemas.microsoft.com/office/drawing/2014/main" id="{12980B09-FB25-53FC-1B24-718552B9C6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38667" y="-374625"/>
            <a:ext cx="12530667" cy="7609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6333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70938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raphic 13" descr="Clipboard">
            <a:extLst>
              <a:ext uri="{FF2B5EF4-FFF2-40B4-BE49-F238E27FC236}">
                <a16:creationId xmlns:a16="http://schemas.microsoft.com/office/drawing/2014/main" id="{7F1D0E88-4431-40A0-A808-E2C664BB7B8B}"/>
              </a:ext>
            </a:extLst>
          </p:cNvPr>
          <p:cNvSpPr/>
          <p:nvPr/>
        </p:nvSpPr>
        <p:spPr>
          <a:xfrm>
            <a:off x="1658367" y="5463932"/>
            <a:ext cx="232500" cy="300000"/>
          </a:xfrm>
          <a:custGeom>
            <a:avLst/>
            <a:gdLst>
              <a:gd name="connsiteX0" fmla="*/ 210000 w 232500"/>
              <a:gd name="connsiteY0" fmla="*/ 277500 h 300000"/>
              <a:gd name="connsiteX1" fmla="*/ 22500 w 232500"/>
              <a:gd name="connsiteY1" fmla="*/ 277500 h 300000"/>
              <a:gd name="connsiteX2" fmla="*/ 22500 w 232500"/>
              <a:gd name="connsiteY2" fmla="*/ 45000 h 300000"/>
              <a:gd name="connsiteX3" fmla="*/ 63750 w 232500"/>
              <a:gd name="connsiteY3" fmla="*/ 45000 h 300000"/>
              <a:gd name="connsiteX4" fmla="*/ 63750 w 232500"/>
              <a:gd name="connsiteY4" fmla="*/ 67500 h 300000"/>
              <a:gd name="connsiteX5" fmla="*/ 168750 w 232500"/>
              <a:gd name="connsiteY5" fmla="*/ 67500 h 300000"/>
              <a:gd name="connsiteX6" fmla="*/ 168750 w 232500"/>
              <a:gd name="connsiteY6" fmla="*/ 45000 h 300000"/>
              <a:gd name="connsiteX7" fmla="*/ 210000 w 232500"/>
              <a:gd name="connsiteY7" fmla="*/ 45000 h 300000"/>
              <a:gd name="connsiteX8" fmla="*/ 210000 w 232500"/>
              <a:gd name="connsiteY8" fmla="*/ 277500 h 300000"/>
              <a:gd name="connsiteX9" fmla="*/ 116250 w 232500"/>
              <a:gd name="connsiteY9" fmla="*/ 15000 h 300000"/>
              <a:gd name="connsiteX10" fmla="*/ 127500 w 232500"/>
              <a:gd name="connsiteY10" fmla="*/ 26250 h 300000"/>
              <a:gd name="connsiteX11" fmla="*/ 116250 w 232500"/>
              <a:gd name="connsiteY11" fmla="*/ 37500 h 300000"/>
              <a:gd name="connsiteX12" fmla="*/ 105000 w 232500"/>
              <a:gd name="connsiteY12" fmla="*/ 26250 h 300000"/>
              <a:gd name="connsiteX13" fmla="*/ 108375 w 232500"/>
              <a:gd name="connsiteY13" fmla="*/ 18375 h 300000"/>
              <a:gd name="connsiteX14" fmla="*/ 116250 w 232500"/>
              <a:gd name="connsiteY14" fmla="*/ 15000 h 300000"/>
              <a:gd name="connsiteX15" fmla="*/ 217500 w 232500"/>
              <a:gd name="connsiteY15" fmla="*/ 22500 h 300000"/>
              <a:gd name="connsiteX16" fmla="*/ 153750 w 232500"/>
              <a:gd name="connsiteY16" fmla="*/ 22500 h 300000"/>
              <a:gd name="connsiteX17" fmla="*/ 153750 w 232500"/>
              <a:gd name="connsiteY17" fmla="*/ 15000 h 300000"/>
              <a:gd name="connsiteX18" fmla="*/ 138750 w 232500"/>
              <a:gd name="connsiteY18" fmla="*/ 0 h 300000"/>
              <a:gd name="connsiteX19" fmla="*/ 93750 w 232500"/>
              <a:gd name="connsiteY19" fmla="*/ 0 h 300000"/>
              <a:gd name="connsiteX20" fmla="*/ 78750 w 232500"/>
              <a:gd name="connsiteY20" fmla="*/ 15000 h 300000"/>
              <a:gd name="connsiteX21" fmla="*/ 78750 w 232500"/>
              <a:gd name="connsiteY21" fmla="*/ 22500 h 300000"/>
              <a:gd name="connsiteX22" fmla="*/ 15000 w 232500"/>
              <a:gd name="connsiteY22" fmla="*/ 22500 h 300000"/>
              <a:gd name="connsiteX23" fmla="*/ 0 w 232500"/>
              <a:gd name="connsiteY23" fmla="*/ 37500 h 300000"/>
              <a:gd name="connsiteX24" fmla="*/ 0 w 232500"/>
              <a:gd name="connsiteY24" fmla="*/ 285000 h 300000"/>
              <a:gd name="connsiteX25" fmla="*/ 15000 w 232500"/>
              <a:gd name="connsiteY25" fmla="*/ 300000 h 300000"/>
              <a:gd name="connsiteX26" fmla="*/ 217500 w 232500"/>
              <a:gd name="connsiteY26" fmla="*/ 300000 h 300000"/>
              <a:gd name="connsiteX27" fmla="*/ 232500 w 232500"/>
              <a:gd name="connsiteY27" fmla="*/ 285000 h 300000"/>
              <a:gd name="connsiteX28" fmla="*/ 232500 w 232500"/>
              <a:gd name="connsiteY28" fmla="*/ 37500 h 300000"/>
              <a:gd name="connsiteX29" fmla="*/ 217500 w 232500"/>
              <a:gd name="connsiteY29" fmla="*/ 22500 h 3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232500" h="300000">
                <a:moveTo>
                  <a:pt x="210000" y="277500"/>
                </a:moveTo>
                <a:lnTo>
                  <a:pt x="22500" y="277500"/>
                </a:lnTo>
                <a:lnTo>
                  <a:pt x="22500" y="45000"/>
                </a:lnTo>
                <a:lnTo>
                  <a:pt x="63750" y="45000"/>
                </a:lnTo>
                <a:lnTo>
                  <a:pt x="63750" y="67500"/>
                </a:lnTo>
                <a:lnTo>
                  <a:pt x="168750" y="67500"/>
                </a:lnTo>
                <a:lnTo>
                  <a:pt x="168750" y="45000"/>
                </a:lnTo>
                <a:lnTo>
                  <a:pt x="210000" y="45000"/>
                </a:lnTo>
                <a:lnTo>
                  <a:pt x="210000" y="277500"/>
                </a:lnTo>
                <a:close/>
                <a:moveTo>
                  <a:pt x="116250" y="15000"/>
                </a:moveTo>
                <a:cubicBezTo>
                  <a:pt x="122625" y="15000"/>
                  <a:pt x="127500" y="19875"/>
                  <a:pt x="127500" y="26250"/>
                </a:cubicBezTo>
                <a:cubicBezTo>
                  <a:pt x="127500" y="32625"/>
                  <a:pt x="122625" y="37500"/>
                  <a:pt x="116250" y="37500"/>
                </a:cubicBezTo>
                <a:cubicBezTo>
                  <a:pt x="109875" y="37500"/>
                  <a:pt x="105000" y="32625"/>
                  <a:pt x="105000" y="26250"/>
                </a:cubicBezTo>
                <a:cubicBezTo>
                  <a:pt x="105000" y="23250"/>
                  <a:pt x="106125" y="20250"/>
                  <a:pt x="108375" y="18375"/>
                </a:cubicBezTo>
                <a:cubicBezTo>
                  <a:pt x="110250" y="16125"/>
                  <a:pt x="113250" y="15000"/>
                  <a:pt x="116250" y="15000"/>
                </a:cubicBezTo>
                <a:close/>
                <a:moveTo>
                  <a:pt x="217500" y="22500"/>
                </a:moveTo>
                <a:lnTo>
                  <a:pt x="153750" y="22500"/>
                </a:lnTo>
                <a:lnTo>
                  <a:pt x="153750" y="15000"/>
                </a:lnTo>
                <a:cubicBezTo>
                  <a:pt x="153750" y="6750"/>
                  <a:pt x="147000" y="0"/>
                  <a:pt x="138750" y="0"/>
                </a:cubicBezTo>
                <a:lnTo>
                  <a:pt x="93750" y="0"/>
                </a:lnTo>
                <a:cubicBezTo>
                  <a:pt x="85500" y="0"/>
                  <a:pt x="78750" y="6750"/>
                  <a:pt x="78750" y="15000"/>
                </a:cubicBezTo>
                <a:lnTo>
                  <a:pt x="78750" y="22500"/>
                </a:lnTo>
                <a:lnTo>
                  <a:pt x="15000" y="22500"/>
                </a:lnTo>
                <a:cubicBezTo>
                  <a:pt x="6750" y="22500"/>
                  <a:pt x="0" y="29250"/>
                  <a:pt x="0" y="37500"/>
                </a:cubicBezTo>
                <a:lnTo>
                  <a:pt x="0" y="285000"/>
                </a:lnTo>
                <a:cubicBezTo>
                  <a:pt x="0" y="293250"/>
                  <a:pt x="6750" y="300000"/>
                  <a:pt x="15000" y="300000"/>
                </a:cubicBezTo>
                <a:lnTo>
                  <a:pt x="217500" y="300000"/>
                </a:lnTo>
                <a:cubicBezTo>
                  <a:pt x="225750" y="300000"/>
                  <a:pt x="232500" y="293250"/>
                  <a:pt x="232500" y="285000"/>
                </a:cubicBezTo>
                <a:lnTo>
                  <a:pt x="232500" y="37500"/>
                </a:lnTo>
                <a:cubicBezTo>
                  <a:pt x="232500" y="29250"/>
                  <a:pt x="225750" y="22500"/>
                  <a:pt x="217500" y="22500"/>
                </a:cubicBezTo>
                <a:close/>
              </a:path>
            </a:pathLst>
          </a:custGeom>
          <a:solidFill>
            <a:schemeClr val="bg1">
              <a:alpha val="40000"/>
            </a:schemeClr>
          </a:solidFill>
          <a:ln w="367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65" name="Picture 64">
            <a:extLst>
              <a:ext uri="{FF2B5EF4-FFF2-40B4-BE49-F238E27FC236}">
                <a16:creationId xmlns:a16="http://schemas.microsoft.com/office/drawing/2014/main" id="{20FE157D-9C93-2C86-1BC1-B3EC60D89E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792"/>
            <a:ext cx="12173943" cy="6850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618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31243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Picture 99">
            <a:extLst>
              <a:ext uri="{FF2B5EF4-FFF2-40B4-BE49-F238E27FC236}">
                <a16:creationId xmlns:a16="http://schemas.microsoft.com/office/drawing/2014/main" id="{A05FDDA0-7DC3-4E89-36E7-9311429098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8801" y="417465"/>
            <a:ext cx="9214397" cy="6023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8753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69256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Picture 131">
            <a:extLst>
              <a:ext uri="{FF2B5EF4-FFF2-40B4-BE49-F238E27FC236}">
                <a16:creationId xmlns:a16="http://schemas.microsoft.com/office/drawing/2014/main" id="{B84EC277-06BF-9B20-2A22-72440FAF22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698234"/>
            <a:ext cx="10905066" cy="5461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3998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59465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Picture 106">
            <a:extLst>
              <a:ext uri="{FF2B5EF4-FFF2-40B4-BE49-F238E27FC236}">
                <a16:creationId xmlns:a16="http://schemas.microsoft.com/office/drawing/2014/main" id="{B683C1D7-C1BE-B2DD-3F51-23BAB7BABA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467" y="803395"/>
            <a:ext cx="10905066" cy="5251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37482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36431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Red Orange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7BE7110-80ED-584C-9349-ECDBA1090272}">
  <we:reference id="wa200006067" version="1.0.0.5" store="en-US" storeType="OMEX"/>
  <we:alternateReferences>
    <we:reference id="WA200006067" version="1.0.0.5" store="" storeType="OMEX"/>
  </we:alternateReferences>
  <we:properties/>
  <we:bindings/>
  <we:snapshot xmlns:r="http://schemas.openxmlformats.org/officeDocument/2006/relationships"/>
  <we:extLst>
    <a:ext xmlns:a="http://schemas.openxmlformats.org/drawingml/2006/main" uri="{0858819E-0033-43BF-8937-05EC82904868}">
      <we:backgroundApp state="1" runtimeId=""/>
    </a:ext>
  </we:extLst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12</Words>
  <Application>Microsoft Macintosh PowerPoint</Application>
  <PresentationFormat>Widescreen</PresentationFormat>
  <Paragraphs>6</Paragraphs>
  <Slides>12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Kadhiravan Jayachandiran</dc:creator>
  <cp:lastModifiedBy>Kadhiravan Jayachandiran</cp:lastModifiedBy>
  <cp:revision>6</cp:revision>
  <dcterms:created xsi:type="dcterms:W3CDTF">2025-04-18T05:19:33Z</dcterms:created>
  <dcterms:modified xsi:type="dcterms:W3CDTF">2025-04-18T05:40:05Z</dcterms:modified>
</cp:coreProperties>
</file>