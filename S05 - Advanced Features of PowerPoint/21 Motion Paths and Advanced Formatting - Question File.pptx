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19"/>
  </p:normalViewPr>
  <p:slideViewPr>
    <p:cSldViewPr snapToGrid="0">
      <p:cViewPr varScale="1">
        <p:scale>
          <a:sx n="90" d="100"/>
          <a:sy n="90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B71FA3-D912-4DE0-90D4-029A9D8F2B6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F4E019-2E6C-4774-B18E-8F7D5943E9AD}">
      <dgm:prSet/>
      <dgm:spPr/>
      <dgm:t>
        <a:bodyPr/>
        <a:lstStyle/>
        <a:p>
          <a:pPr>
            <a:defRPr cap="all"/>
          </a:pPr>
          <a:r>
            <a:rPr lang="en-IN"/>
            <a:t>Smart home devices are fragmented—too many apps, no seamless integration </a:t>
          </a:r>
          <a:endParaRPr lang="en-US"/>
        </a:p>
      </dgm:t>
    </dgm:pt>
    <dgm:pt modelId="{2F4970C1-0AF0-4260-BF3C-AD9A53500592}" type="parTrans" cxnId="{C3560CD7-91E7-4DF9-B001-B538C3AFB76B}">
      <dgm:prSet/>
      <dgm:spPr/>
      <dgm:t>
        <a:bodyPr/>
        <a:lstStyle/>
        <a:p>
          <a:endParaRPr lang="en-US"/>
        </a:p>
      </dgm:t>
    </dgm:pt>
    <dgm:pt modelId="{550EB2FA-C845-413A-9FE8-5D62BE1BE9DF}" type="sibTrans" cxnId="{C3560CD7-91E7-4DF9-B001-B538C3AFB76B}">
      <dgm:prSet/>
      <dgm:spPr/>
      <dgm:t>
        <a:bodyPr/>
        <a:lstStyle/>
        <a:p>
          <a:endParaRPr lang="en-US"/>
        </a:p>
      </dgm:t>
    </dgm:pt>
    <dgm:pt modelId="{7B5DA98A-895D-420F-89B5-A01077C90C67}">
      <dgm:prSet/>
      <dgm:spPr/>
      <dgm:t>
        <a:bodyPr/>
        <a:lstStyle/>
        <a:p>
          <a:pPr>
            <a:defRPr cap="all"/>
          </a:pPr>
          <a:r>
            <a:rPr lang="en-IN"/>
            <a:t>Users crave simplicity without sacrificing functionality</a:t>
          </a:r>
          <a:endParaRPr lang="en-US"/>
        </a:p>
      </dgm:t>
    </dgm:pt>
    <dgm:pt modelId="{ECF96AC3-015F-4338-A489-87EE30E4BED0}" type="parTrans" cxnId="{80C57E67-549B-4281-9AC5-419E517629C1}">
      <dgm:prSet/>
      <dgm:spPr/>
      <dgm:t>
        <a:bodyPr/>
        <a:lstStyle/>
        <a:p>
          <a:endParaRPr lang="en-US"/>
        </a:p>
      </dgm:t>
    </dgm:pt>
    <dgm:pt modelId="{59C252F9-2FA0-4783-9D84-3729C75291B1}" type="sibTrans" cxnId="{80C57E67-549B-4281-9AC5-419E517629C1}">
      <dgm:prSet/>
      <dgm:spPr/>
      <dgm:t>
        <a:bodyPr/>
        <a:lstStyle/>
        <a:p>
          <a:endParaRPr lang="en-US"/>
        </a:p>
      </dgm:t>
    </dgm:pt>
    <dgm:pt modelId="{DF9073AB-FB37-4936-B96A-8EF3023678ED}">
      <dgm:prSet/>
      <dgm:spPr/>
      <dgm:t>
        <a:bodyPr/>
        <a:lstStyle/>
        <a:p>
          <a:pPr>
            <a:defRPr cap="all"/>
          </a:pPr>
          <a:r>
            <a:rPr lang="en-IN"/>
            <a:t>Current solutions lack advanced AI personalization</a:t>
          </a:r>
          <a:endParaRPr lang="en-US"/>
        </a:p>
      </dgm:t>
    </dgm:pt>
    <dgm:pt modelId="{8C3DB48B-BB62-487A-B868-057002596C64}" type="parTrans" cxnId="{29695A91-14D9-49DE-8D22-05D0C65C2B3E}">
      <dgm:prSet/>
      <dgm:spPr/>
      <dgm:t>
        <a:bodyPr/>
        <a:lstStyle/>
        <a:p>
          <a:endParaRPr lang="en-US"/>
        </a:p>
      </dgm:t>
    </dgm:pt>
    <dgm:pt modelId="{7AB27CD8-A266-4D78-ACA8-761CEFFAFDBF}" type="sibTrans" cxnId="{29695A91-14D9-49DE-8D22-05D0C65C2B3E}">
      <dgm:prSet/>
      <dgm:spPr/>
      <dgm:t>
        <a:bodyPr/>
        <a:lstStyle/>
        <a:p>
          <a:endParaRPr lang="en-US"/>
        </a:p>
      </dgm:t>
    </dgm:pt>
    <dgm:pt modelId="{72152ED7-1FAF-426E-87F3-9977560E290E}" type="pres">
      <dgm:prSet presAssocID="{62B71FA3-D912-4DE0-90D4-029A9D8F2B6D}" presName="root" presStyleCnt="0">
        <dgm:presLayoutVars>
          <dgm:dir/>
          <dgm:resizeHandles val="exact"/>
        </dgm:presLayoutVars>
      </dgm:prSet>
      <dgm:spPr/>
    </dgm:pt>
    <dgm:pt modelId="{975002FD-F8FC-46C0-B57C-96D8030B3584}" type="pres">
      <dgm:prSet presAssocID="{54F4E019-2E6C-4774-B18E-8F7D5943E9AD}" presName="compNode" presStyleCnt="0"/>
      <dgm:spPr/>
    </dgm:pt>
    <dgm:pt modelId="{7DC2656A-5678-437F-BC41-19C8A057BB8E}" type="pres">
      <dgm:prSet presAssocID="{54F4E019-2E6C-4774-B18E-8F7D5943E9A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E580B63-72A3-47A4-BB00-260A59433A26}" type="pres">
      <dgm:prSet presAssocID="{54F4E019-2E6C-4774-B18E-8F7D5943E9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9D4972F-540D-4133-B7A4-08E77C76C870}" type="pres">
      <dgm:prSet presAssocID="{54F4E019-2E6C-4774-B18E-8F7D5943E9AD}" presName="spaceRect" presStyleCnt="0"/>
      <dgm:spPr/>
    </dgm:pt>
    <dgm:pt modelId="{066F4058-65EE-45C7-91D1-15CBDFB5D1CD}" type="pres">
      <dgm:prSet presAssocID="{54F4E019-2E6C-4774-B18E-8F7D5943E9AD}" presName="textRect" presStyleLbl="revTx" presStyleIdx="0" presStyleCnt="3">
        <dgm:presLayoutVars>
          <dgm:chMax val="1"/>
          <dgm:chPref val="1"/>
        </dgm:presLayoutVars>
      </dgm:prSet>
      <dgm:spPr/>
    </dgm:pt>
    <dgm:pt modelId="{646F6634-0FCE-4907-91C0-A384501FFDA5}" type="pres">
      <dgm:prSet presAssocID="{550EB2FA-C845-413A-9FE8-5D62BE1BE9DF}" presName="sibTrans" presStyleCnt="0"/>
      <dgm:spPr/>
    </dgm:pt>
    <dgm:pt modelId="{4D28F3D4-1BAF-449C-8639-5E0D7C79E9CC}" type="pres">
      <dgm:prSet presAssocID="{7B5DA98A-895D-420F-89B5-A01077C90C67}" presName="compNode" presStyleCnt="0"/>
      <dgm:spPr/>
    </dgm:pt>
    <dgm:pt modelId="{26750ED0-C0D2-4C8C-AC59-D1CE3D6F8EE5}" type="pres">
      <dgm:prSet presAssocID="{7B5DA98A-895D-420F-89B5-A01077C90C6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8BD554F-B030-4EB4-B3E3-F6A23C65B9E5}" type="pres">
      <dgm:prSet presAssocID="{7B5DA98A-895D-420F-89B5-A01077C90C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F7AF9D0-C952-44EB-B836-20DAD54950C0}" type="pres">
      <dgm:prSet presAssocID="{7B5DA98A-895D-420F-89B5-A01077C90C67}" presName="spaceRect" presStyleCnt="0"/>
      <dgm:spPr/>
    </dgm:pt>
    <dgm:pt modelId="{07B6AD5E-94E2-42DC-BF8F-C7FFB575E62D}" type="pres">
      <dgm:prSet presAssocID="{7B5DA98A-895D-420F-89B5-A01077C90C67}" presName="textRect" presStyleLbl="revTx" presStyleIdx="1" presStyleCnt="3">
        <dgm:presLayoutVars>
          <dgm:chMax val="1"/>
          <dgm:chPref val="1"/>
        </dgm:presLayoutVars>
      </dgm:prSet>
      <dgm:spPr/>
    </dgm:pt>
    <dgm:pt modelId="{16D949A9-2E7E-4E58-A015-E26096B67009}" type="pres">
      <dgm:prSet presAssocID="{59C252F9-2FA0-4783-9D84-3729C75291B1}" presName="sibTrans" presStyleCnt="0"/>
      <dgm:spPr/>
    </dgm:pt>
    <dgm:pt modelId="{55CB48AA-18CF-40E2-87CE-C687FEC2EB4F}" type="pres">
      <dgm:prSet presAssocID="{DF9073AB-FB37-4936-B96A-8EF3023678ED}" presName="compNode" presStyleCnt="0"/>
      <dgm:spPr/>
    </dgm:pt>
    <dgm:pt modelId="{B9D239D7-69B2-495C-8A56-90F8E422D43D}" type="pres">
      <dgm:prSet presAssocID="{DF9073AB-FB37-4936-B96A-8EF3023678E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64BB55E-14E2-403E-AD19-927E163DB5BF}" type="pres">
      <dgm:prSet presAssocID="{DF9073AB-FB37-4936-B96A-8EF3023678E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99EC58A-5D70-4D4B-877A-87E0174760BB}" type="pres">
      <dgm:prSet presAssocID="{DF9073AB-FB37-4936-B96A-8EF3023678ED}" presName="spaceRect" presStyleCnt="0"/>
      <dgm:spPr/>
    </dgm:pt>
    <dgm:pt modelId="{C5E2B437-084C-48F6-8C68-A0EB929EA9CC}" type="pres">
      <dgm:prSet presAssocID="{DF9073AB-FB37-4936-B96A-8EF3023678E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9314201-4CBF-4027-B115-A385F2422228}" type="presOf" srcId="{54F4E019-2E6C-4774-B18E-8F7D5943E9AD}" destId="{066F4058-65EE-45C7-91D1-15CBDFB5D1CD}" srcOrd="0" destOrd="0" presId="urn:microsoft.com/office/officeart/2018/5/layout/IconLeafLabelList"/>
    <dgm:cxn modelId="{80C57E67-549B-4281-9AC5-419E517629C1}" srcId="{62B71FA3-D912-4DE0-90D4-029A9D8F2B6D}" destId="{7B5DA98A-895D-420F-89B5-A01077C90C67}" srcOrd="1" destOrd="0" parTransId="{ECF96AC3-015F-4338-A489-87EE30E4BED0}" sibTransId="{59C252F9-2FA0-4783-9D84-3729C75291B1}"/>
    <dgm:cxn modelId="{29695A91-14D9-49DE-8D22-05D0C65C2B3E}" srcId="{62B71FA3-D912-4DE0-90D4-029A9D8F2B6D}" destId="{DF9073AB-FB37-4936-B96A-8EF3023678ED}" srcOrd="2" destOrd="0" parTransId="{8C3DB48B-BB62-487A-B868-057002596C64}" sibTransId="{7AB27CD8-A266-4D78-ACA8-761CEFFAFDBF}"/>
    <dgm:cxn modelId="{52634496-CE6A-4564-81D9-E36AC4351B85}" type="presOf" srcId="{DF9073AB-FB37-4936-B96A-8EF3023678ED}" destId="{C5E2B437-084C-48F6-8C68-A0EB929EA9CC}" srcOrd="0" destOrd="0" presId="urn:microsoft.com/office/officeart/2018/5/layout/IconLeafLabelList"/>
    <dgm:cxn modelId="{EEDB18A9-72D6-464B-B6CB-E8DB652C00FD}" type="presOf" srcId="{62B71FA3-D912-4DE0-90D4-029A9D8F2B6D}" destId="{72152ED7-1FAF-426E-87F3-9977560E290E}" srcOrd="0" destOrd="0" presId="urn:microsoft.com/office/officeart/2018/5/layout/IconLeafLabelList"/>
    <dgm:cxn modelId="{C3560CD7-91E7-4DF9-B001-B538C3AFB76B}" srcId="{62B71FA3-D912-4DE0-90D4-029A9D8F2B6D}" destId="{54F4E019-2E6C-4774-B18E-8F7D5943E9AD}" srcOrd="0" destOrd="0" parTransId="{2F4970C1-0AF0-4260-BF3C-AD9A53500592}" sibTransId="{550EB2FA-C845-413A-9FE8-5D62BE1BE9DF}"/>
    <dgm:cxn modelId="{B40901DC-1C4C-4389-9F7F-425D79FAC3B0}" type="presOf" srcId="{7B5DA98A-895D-420F-89B5-A01077C90C67}" destId="{07B6AD5E-94E2-42DC-BF8F-C7FFB575E62D}" srcOrd="0" destOrd="0" presId="urn:microsoft.com/office/officeart/2018/5/layout/IconLeafLabelList"/>
    <dgm:cxn modelId="{A844E43C-6B91-494F-BDFA-F2790C8977A1}" type="presParOf" srcId="{72152ED7-1FAF-426E-87F3-9977560E290E}" destId="{975002FD-F8FC-46C0-B57C-96D8030B3584}" srcOrd="0" destOrd="0" presId="urn:microsoft.com/office/officeart/2018/5/layout/IconLeafLabelList"/>
    <dgm:cxn modelId="{34CBC07C-4F11-4621-B7EE-948CA3FE4A03}" type="presParOf" srcId="{975002FD-F8FC-46C0-B57C-96D8030B3584}" destId="{7DC2656A-5678-437F-BC41-19C8A057BB8E}" srcOrd="0" destOrd="0" presId="urn:microsoft.com/office/officeart/2018/5/layout/IconLeafLabelList"/>
    <dgm:cxn modelId="{166FB9F2-6C80-4546-8840-EFF95B331E85}" type="presParOf" srcId="{975002FD-F8FC-46C0-B57C-96D8030B3584}" destId="{4E580B63-72A3-47A4-BB00-260A59433A26}" srcOrd="1" destOrd="0" presId="urn:microsoft.com/office/officeart/2018/5/layout/IconLeafLabelList"/>
    <dgm:cxn modelId="{7A075257-88F6-4444-92C6-0DC3B29C703E}" type="presParOf" srcId="{975002FD-F8FC-46C0-B57C-96D8030B3584}" destId="{79D4972F-540D-4133-B7A4-08E77C76C870}" srcOrd="2" destOrd="0" presId="urn:microsoft.com/office/officeart/2018/5/layout/IconLeafLabelList"/>
    <dgm:cxn modelId="{3D705D50-44D8-40A4-B372-31D8C905FD1B}" type="presParOf" srcId="{975002FD-F8FC-46C0-B57C-96D8030B3584}" destId="{066F4058-65EE-45C7-91D1-15CBDFB5D1CD}" srcOrd="3" destOrd="0" presId="urn:microsoft.com/office/officeart/2018/5/layout/IconLeafLabelList"/>
    <dgm:cxn modelId="{F0BD64BD-66EC-487A-9E1F-9DBE2293E504}" type="presParOf" srcId="{72152ED7-1FAF-426E-87F3-9977560E290E}" destId="{646F6634-0FCE-4907-91C0-A384501FFDA5}" srcOrd="1" destOrd="0" presId="urn:microsoft.com/office/officeart/2018/5/layout/IconLeafLabelList"/>
    <dgm:cxn modelId="{F105E278-E64A-4AF5-9506-D328ED597FB0}" type="presParOf" srcId="{72152ED7-1FAF-426E-87F3-9977560E290E}" destId="{4D28F3D4-1BAF-449C-8639-5E0D7C79E9CC}" srcOrd="2" destOrd="0" presId="urn:microsoft.com/office/officeart/2018/5/layout/IconLeafLabelList"/>
    <dgm:cxn modelId="{9003FBB4-E2CD-43A7-99B6-277BEA22AB3F}" type="presParOf" srcId="{4D28F3D4-1BAF-449C-8639-5E0D7C79E9CC}" destId="{26750ED0-C0D2-4C8C-AC59-D1CE3D6F8EE5}" srcOrd="0" destOrd="0" presId="urn:microsoft.com/office/officeart/2018/5/layout/IconLeafLabelList"/>
    <dgm:cxn modelId="{B27CC9C3-A37A-4E49-A8CC-394DF9AD3172}" type="presParOf" srcId="{4D28F3D4-1BAF-449C-8639-5E0D7C79E9CC}" destId="{D8BD554F-B030-4EB4-B3E3-F6A23C65B9E5}" srcOrd="1" destOrd="0" presId="urn:microsoft.com/office/officeart/2018/5/layout/IconLeafLabelList"/>
    <dgm:cxn modelId="{960F6479-2C88-4CB7-9A2F-E9ADA9A357C8}" type="presParOf" srcId="{4D28F3D4-1BAF-449C-8639-5E0D7C79E9CC}" destId="{9F7AF9D0-C952-44EB-B836-20DAD54950C0}" srcOrd="2" destOrd="0" presId="urn:microsoft.com/office/officeart/2018/5/layout/IconLeafLabelList"/>
    <dgm:cxn modelId="{AC863E27-5834-47F6-B321-3F6EF6135069}" type="presParOf" srcId="{4D28F3D4-1BAF-449C-8639-5E0D7C79E9CC}" destId="{07B6AD5E-94E2-42DC-BF8F-C7FFB575E62D}" srcOrd="3" destOrd="0" presId="urn:microsoft.com/office/officeart/2018/5/layout/IconLeafLabelList"/>
    <dgm:cxn modelId="{DFADA6F3-7BB8-4E25-8890-11F24B2F596C}" type="presParOf" srcId="{72152ED7-1FAF-426E-87F3-9977560E290E}" destId="{16D949A9-2E7E-4E58-A015-E26096B67009}" srcOrd="3" destOrd="0" presId="urn:microsoft.com/office/officeart/2018/5/layout/IconLeafLabelList"/>
    <dgm:cxn modelId="{5E2DD1C6-2766-49E0-8003-00A7B9CEA1DA}" type="presParOf" srcId="{72152ED7-1FAF-426E-87F3-9977560E290E}" destId="{55CB48AA-18CF-40E2-87CE-C687FEC2EB4F}" srcOrd="4" destOrd="0" presId="urn:microsoft.com/office/officeart/2018/5/layout/IconLeafLabelList"/>
    <dgm:cxn modelId="{79680A66-B01D-45FB-83F6-F427ED061D82}" type="presParOf" srcId="{55CB48AA-18CF-40E2-87CE-C687FEC2EB4F}" destId="{B9D239D7-69B2-495C-8A56-90F8E422D43D}" srcOrd="0" destOrd="0" presId="urn:microsoft.com/office/officeart/2018/5/layout/IconLeafLabelList"/>
    <dgm:cxn modelId="{9C225D91-619F-494A-8793-596F87F982B7}" type="presParOf" srcId="{55CB48AA-18CF-40E2-87CE-C687FEC2EB4F}" destId="{964BB55E-14E2-403E-AD19-927E163DB5BF}" srcOrd="1" destOrd="0" presId="urn:microsoft.com/office/officeart/2018/5/layout/IconLeafLabelList"/>
    <dgm:cxn modelId="{69DE7F4A-1186-463A-8DC2-574E9F5B2595}" type="presParOf" srcId="{55CB48AA-18CF-40E2-87CE-C687FEC2EB4F}" destId="{999EC58A-5D70-4D4B-877A-87E0174760BB}" srcOrd="2" destOrd="0" presId="urn:microsoft.com/office/officeart/2018/5/layout/IconLeafLabelList"/>
    <dgm:cxn modelId="{E22805F3-3F75-46D5-83FE-6C353720BCD0}" type="presParOf" srcId="{55CB48AA-18CF-40E2-87CE-C687FEC2EB4F}" destId="{C5E2B437-084C-48F6-8C68-A0EB929EA9C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94D2E6-1A3D-4487-BF77-F6AD74D783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429575-EF77-4DF2-A0BC-E582E9A6FA01}">
      <dgm:prSet/>
      <dgm:spPr/>
      <dgm:t>
        <a:bodyPr/>
        <a:lstStyle/>
        <a:p>
          <a:r>
            <a:rPr lang="en-IN"/>
            <a:t>"The Nova SmartHub: Connecting your world, intelligently." </a:t>
          </a:r>
          <a:endParaRPr lang="en-US"/>
        </a:p>
      </dgm:t>
    </dgm:pt>
    <dgm:pt modelId="{AC30B7A6-07A6-4D1D-9B67-09C9748DC6A6}" type="parTrans" cxnId="{1EEBE135-22EE-4960-9F9A-0EB7EEEF1A94}">
      <dgm:prSet/>
      <dgm:spPr/>
      <dgm:t>
        <a:bodyPr/>
        <a:lstStyle/>
        <a:p>
          <a:endParaRPr lang="en-US"/>
        </a:p>
      </dgm:t>
    </dgm:pt>
    <dgm:pt modelId="{8E2A1315-4514-4842-88B2-C532C1A63BFE}" type="sibTrans" cxnId="{1EEBE135-22EE-4960-9F9A-0EB7EEEF1A94}">
      <dgm:prSet/>
      <dgm:spPr/>
      <dgm:t>
        <a:bodyPr/>
        <a:lstStyle/>
        <a:p>
          <a:endParaRPr lang="en-US"/>
        </a:p>
      </dgm:t>
    </dgm:pt>
    <dgm:pt modelId="{D8818DD3-EBAA-4D24-9C3A-1283F2896AFA}">
      <dgm:prSet/>
      <dgm:spPr/>
      <dgm:t>
        <a:bodyPr/>
        <a:lstStyle/>
        <a:p>
          <a:r>
            <a:rPr lang="en-IN"/>
            <a:t>Questions? Let’s discuss! </a:t>
          </a:r>
          <a:endParaRPr lang="en-US"/>
        </a:p>
      </dgm:t>
    </dgm:pt>
    <dgm:pt modelId="{C91B4225-8C33-430B-9EB5-B1CA54682076}" type="parTrans" cxnId="{AF4510DA-1C57-4571-AA1E-FE00AE25B7E1}">
      <dgm:prSet/>
      <dgm:spPr/>
      <dgm:t>
        <a:bodyPr/>
        <a:lstStyle/>
        <a:p>
          <a:endParaRPr lang="en-US"/>
        </a:p>
      </dgm:t>
    </dgm:pt>
    <dgm:pt modelId="{F17257A3-79E6-439B-B1DC-49E139F34683}" type="sibTrans" cxnId="{AF4510DA-1C57-4571-AA1E-FE00AE25B7E1}">
      <dgm:prSet/>
      <dgm:spPr/>
      <dgm:t>
        <a:bodyPr/>
        <a:lstStyle/>
        <a:p>
          <a:endParaRPr lang="en-US"/>
        </a:p>
      </dgm:t>
    </dgm:pt>
    <dgm:pt modelId="{4374D0B0-0F26-4214-86C0-52F5B8A6DF5B}">
      <dgm:prSet/>
      <dgm:spPr/>
      <dgm:t>
        <a:bodyPr/>
        <a:lstStyle/>
        <a:p>
          <a:r>
            <a:rPr lang="en-IN"/>
            <a:t>Follow us: @xTechInnovations on X</a:t>
          </a:r>
          <a:endParaRPr lang="en-US"/>
        </a:p>
      </dgm:t>
    </dgm:pt>
    <dgm:pt modelId="{80C7CD9B-2C18-4751-A626-F5D69B6C12DC}" type="parTrans" cxnId="{76C51A12-62AD-4EA4-94B0-4AD6D8DC8294}">
      <dgm:prSet/>
      <dgm:spPr/>
      <dgm:t>
        <a:bodyPr/>
        <a:lstStyle/>
        <a:p>
          <a:endParaRPr lang="en-US"/>
        </a:p>
      </dgm:t>
    </dgm:pt>
    <dgm:pt modelId="{1193D583-0717-471B-B615-32526F1C4388}" type="sibTrans" cxnId="{76C51A12-62AD-4EA4-94B0-4AD6D8DC8294}">
      <dgm:prSet/>
      <dgm:spPr/>
      <dgm:t>
        <a:bodyPr/>
        <a:lstStyle/>
        <a:p>
          <a:endParaRPr lang="en-US"/>
        </a:p>
      </dgm:t>
    </dgm:pt>
    <dgm:pt modelId="{030D85F1-554B-47BC-A98F-0C06F5A1BDAD}" type="pres">
      <dgm:prSet presAssocID="{DC94D2E6-1A3D-4487-BF77-F6AD74D7832D}" presName="root" presStyleCnt="0">
        <dgm:presLayoutVars>
          <dgm:dir/>
          <dgm:resizeHandles val="exact"/>
        </dgm:presLayoutVars>
      </dgm:prSet>
      <dgm:spPr/>
    </dgm:pt>
    <dgm:pt modelId="{EB6932E7-F1B3-4359-9BED-6E4334044C30}" type="pres">
      <dgm:prSet presAssocID="{0D429575-EF77-4DF2-A0BC-E582E9A6FA01}" presName="compNode" presStyleCnt="0"/>
      <dgm:spPr/>
    </dgm:pt>
    <dgm:pt modelId="{9D899DFA-4D15-4F52-85C8-8489CA1E4EB8}" type="pres">
      <dgm:prSet presAssocID="{0D429575-EF77-4DF2-A0BC-E582E9A6FA01}" presName="bgRect" presStyleLbl="bgShp" presStyleIdx="0" presStyleCnt="3"/>
      <dgm:spPr>
        <a:effectLst/>
      </dgm:spPr>
    </dgm:pt>
    <dgm:pt modelId="{317B0292-D22C-424E-9383-DB654BB7B8E6}" type="pres">
      <dgm:prSet presAssocID="{0D429575-EF77-4DF2-A0BC-E582E9A6FA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8E3186F-46CD-496E-A895-723B1EAC8984}" type="pres">
      <dgm:prSet presAssocID="{0D429575-EF77-4DF2-A0BC-E582E9A6FA01}" presName="spaceRect" presStyleCnt="0"/>
      <dgm:spPr/>
    </dgm:pt>
    <dgm:pt modelId="{64454F20-3667-44FD-9E5F-925A2F93BECB}" type="pres">
      <dgm:prSet presAssocID="{0D429575-EF77-4DF2-A0BC-E582E9A6FA01}" presName="parTx" presStyleLbl="revTx" presStyleIdx="0" presStyleCnt="3">
        <dgm:presLayoutVars>
          <dgm:chMax val="0"/>
          <dgm:chPref val="0"/>
        </dgm:presLayoutVars>
      </dgm:prSet>
      <dgm:spPr/>
    </dgm:pt>
    <dgm:pt modelId="{6AE84863-8325-43D2-A4C4-04BC992B0395}" type="pres">
      <dgm:prSet presAssocID="{8E2A1315-4514-4842-88B2-C532C1A63BFE}" presName="sibTrans" presStyleCnt="0"/>
      <dgm:spPr/>
    </dgm:pt>
    <dgm:pt modelId="{019B96BB-8FDE-414F-A8C4-79DE6AE8B1B8}" type="pres">
      <dgm:prSet presAssocID="{D8818DD3-EBAA-4D24-9C3A-1283F2896AFA}" presName="compNode" presStyleCnt="0"/>
      <dgm:spPr/>
    </dgm:pt>
    <dgm:pt modelId="{CE1BA2CD-431C-475D-992C-8D069F099ACF}" type="pres">
      <dgm:prSet presAssocID="{D8818DD3-EBAA-4D24-9C3A-1283F2896AFA}" presName="bgRect" presStyleLbl="bgShp" presStyleIdx="1" presStyleCnt="3"/>
      <dgm:spPr/>
    </dgm:pt>
    <dgm:pt modelId="{B9DE9BAC-E53D-43FD-83B7-939FEF94D025}" type="pres">
      <dgm:prSet presAssocID="{D8818DD3-EBAA-4D24-9C3A-1283F2896AF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49868CF-A7D5-488B-9CBA-759625FB4E0E}" type="pres">
      <dgm:prSet presAssocID="{D8818DD3-EBAA-4D24-9C3A-1283F2896AFA}" presName="spaceRect" presStyleCnt="0"/>
      <dgm:spPr/>
    </dgm:pt>
    <dgm:pt modelId="{82AF109B-58BF-468B-93C8-0A4FC993FB2E}" type="pres">
      <dgm:prSet presAssocID="{D8818DD3-EBAA-4D24-9C3A-1283F2896AFA}" presName="parTx" presStyleLbl="revTx" presStyleIdx="1" presStyleCnt="3">
        <dgm:presLayoutVars>
          <dgm:chMax val="0"/>
          <dgm:chPref val="0"/>
        </dgm:presLayoutVars>
      </dgm:prSet>
      <dgm:spPr/>
    </dgm:pt>
    <dgm:pt modelId="{449802B8-FDAB-4B54-85A0-FD15F5B53E9C}" type="pres">
      <dgm:prSet presAssocID="{F17257A3-79E6-439B-B1DC-49E139F34683}" presName="sibTrans" presStyleCnt="0"/>
      <dgm:spPr/>
    </dgm:pt>
    <dgm:pt modelId="{A70B4721-D2F3-4318-BCAE-32CCA2ACC916}" type="pres">
      <dgm:prSet presAssocID="{4374D0B0-0F26-4214-86C0-52F5B8A6DF5B}" presName="compNode" presStyleCnt="0"/>
      <dgm:spPr/>
    </dgm:pt>
    <dgm:pt modelId="{D8176B30-B19C-486E-95A5-A997332BF9A7}" type="pres">
      <dgm:prSet presAssocID="{4374D0B0-0F26-4214-86C0-52F5B8A6DF5B}" presName="bgRect" presStyleLbl="bgShp" presStyleIdx="2" presStyleCnt="3"/>
      <dgm:spPr/>
    </dgm:pt>
    <dgm:pt modelId="{285236A4-A5F7-4BBC-82C0-169D62866ECC}" type="pres">
      <dgm:prSet presAssocID="{4374D0B0-0F26-4214-86C0-52F5B8A6DF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e footprints"/>
        </a:ext>
      </dgm:extLst>
    </dgm:pt>
    <dgm:pt modelId="{C0ACB5ED-A611-4581-A2DB-66436AA457A8}" type="pres">
      <dgm:prSet presAssocID="{4374D0B0-0F26-4214-86C0-52F5B8A6DF5B}" presName="spaceRect" presStyleCnt="0"/>
      <dgm:spPr/>
    </dgm:pt>
    <dgm:pt modelId="{BB605FE0-0048-4BB6-AD82-7F8AABC5971F}" type="pres">
      <dgm:prSet presAssocID="{4374D0B0-0F26-4214-86C0-52F5B8A6DF5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322900A-59BA-46BA-8584-BD5D947C7179}" type="presOf" srcId="{DC94D2E6-1A3D-4487-BF77-F6AD74D7832D}" destId="{030D85F1-554B-47BC-A98F-0C06F5A1BDAD}" srcOrd="0" destOrd="0" presId="urn:microsoft.com/office/officeart/2018/2/layout/IconVerticalSolidList"/>
    <dgm:cxn modelId="{76C51A12-62AD-4EA4-94B0-4AD6D8DC8294}" srcId="{DC94D2E6-1A3D-4487-BF77-F6AD74D7832D}" destId="{4374D0B0-0F26-4214-86C0-52F5B8A6DF5B}" srcOrd="2" destOrd="0" parTransId="{80C7CD9B-2C18-4751-A626-F5D69B6C12DC}" sibTransId="{1193D583-0717-471B-B615-32526F1C4388}"/>
    <dgm:cxn modelId="{1EEBE135-22EE-4960-9F9A-0EB7EEEF1A94}" srcId="{DC94D2E6-1A3D-4487-BF77-F6AD74D7832D}" destId="{0D429575-EF77-4DF2-A0BC-E582E9A6FA01}" srcOrd="0" destOrd="0" parTransId="{AC30B7A6-07A6-4D1D-9B67-09C9748DC6A6}" sibTransId="{8E2A1315-4514-4842-88B2-C532C1A63BFE}"/>
    <dgm:cxn modelId="{9B4E498B-0EAF-47A4-8469-6CB1C0285E6A}" type="presOf" srcId="{0D429575-EF77-4DF2-A0BC-E582E9A6FA01}" destId="{64454F20-3667-44FD-9E5F-925A2F93BECB}" srcOrd="0" destOrd="0" presId="urn:microsoft.com/office/officeart/2018/2/layout/IconVerticalSolidList"/>
    <dgm:cxn modelId="{A389FFB8-286C-406C-9CE4-47B01DB88604}" type="presOf" srcId="{4374D0B0-0F26-4214-86C0-52F5B8A6DF5B}" destId="{BB605FE0-0048-4BB6-AD82-7F8AABC5971F}" srcOrd="0" destOrd="0" presId="urn:microsoft.com/office/officeart/2018/2/layout/IconVerticalSolidList"/>
    <dgm:cxn modelId="{FDB098C3-08A2-4B1C-A179-2D70B424D7C3}" type="presOf" srcId="{D8818DD3-EBAA-4D24-9C3A-1283F2896AFA}" destId="{82AF109B-58BF-468B-93C8-0A4FC993FB2E}" srcOrd="0" destOrd="0" presId="urn:microsoft.com/office/officeart/2018/2/layout/IconVerticalSolidList"/>
    <dgm:cxn modelId="{AF4510DA-1C57-4571-AA1E-FE00AE25B7E1}" srcId="{DC94D2E6-1A3D-4487-BF77-F6AD74D7832D}" destId="{D8818DD3-EBAA-4D24-9C3A-1283F2896AFA}" srcOrd="1" destOrd="0" parTransId="{C91B4225-8C33-430B-9EB5-B1CA54682076}" sibTransId="{F17257A3-79E6-439B-B1DC-49E139F34683}"/>
    <dgm:cxn modelId="{A0E4CB27-C360-4781-ACBC-74B60BEBDBCA}" type="presParOf" srcId="{030D85F1-554B-47BC-A98F-0C06F5A1BDAD}" destId="{EB6932E7-F1B3-4359-9BED-6E4334044C30}" srcOrd="0" destOrd="0" presId="urn:microsoft.com/office/officeart/2018/2/layout/IconVerticalSolidList"/>
    <dgm:cxn modelId="{99F951C8-08CF-49DC-AE7C-08C06681D2C5}" type="presParOf" srcId="{EB6932E7-F1B3-4359-9BED-6E4334044C30}" destId="{9D899DFA-4D15-4F52-85C8-8489CA1E4EB8}" srcOrd="0" destOrd="0" presId="urn:microsoft.com/office/officeart/2018/2/layout/IconVerticalSolidList"/>
    <dgm:cxn modelId="{F2892139-0FB8-44CB-8C87-6B5E734FF98F}" type="presParOf" srcId="{EB6932E7-F1B3-4359-9BED-6E4334044C30}" destId="{317B0292-D22C-424E-9383-DB654BB7B8E6}" srcOrd="1" destOrd="0" presId="urn:microsoft.com/office/officeart/2018/2/layout/IconVerticalSolidList"/>
    <dgm:cxn modelId="{FD9669C6-73E7-4DCB-AEF2-4D8032E79A0A}" type="presParOf" srcId="{EB6932E7-F1B3-4359-9BED-6E4334044C30}" destId="{A8E3186F-46CD-496E-A895-723B1EAC8984}" srcOrd="2" destOrd="0" presId="urn:microsoft.com/office/officeart/2018/2/layout/IconVerticalSolidList"/>
    <dgm:cxn modelId="{38ED3DDC-2BE5-48A1-9948-76E6D0EA1302}" type="presParOf" srcId="{EB6932E7-F1B3-4359-9BED-6E4334044C30}" destId="{64454F20-3667-44FD-9E5F-925A2F93BECB}" srcOrd="3" destOrd="0" presId="urn:microsoft.com/office/officeart/2018/2/layout/IconVerticalSolidList"/>
    <dgm:cxn modelId="{05673732-BFA0-4D9D-A306-A6CE299E785E}" type="presParOf" srcId="{030D85F1-554B-47BC-A98F-0C06F5A1BDAD}" destId="{6AE84863-8325-43D2-A4C4-04BC992B0395}" srcOrd="1" destOrd="0" presId="urn:microsoft.com/office/officeart/2018/2/layout/IconVerticalSolidList"/>
    <dgm:cxn modelId="{424BC206-2B5C-4EC2-8A30-FBD076A1520D}" type="presParOf" srcId="{030D85F1-554B-47BC-A98F-0C06F5A1BDAD}" destId="{019B96BB-8FDE-414F-A8C4-79DE6AE8B1B8}" srcOrd="2" destOrd="0" presId="urn:microsoft.com/office/officeart/2018/2/layout/IconVerticalSolidList"/>
    <dgm:cxn modelId="{9E114FC1-A3AF-4C85-87EC-B32E5BD23894}" type="presParOf" srcId="{019B96BB-8FDE-414F-A8C4-79DE6AE8B1B8}" destId="{CE1BA2CD-431C-475D-992C-8D069F099ACF}" srcOrd="0" destOrd="0" presId="urn:microsoft.com/office/officeart/2018/2/layout/IconVerticalSolidList"/>
    <dgm:cxn modelId="{31EF559F-4F58-490F-8A11-C3E2DF66AA84}" type="presParOf" srcId="{019B96BB-8FDE-414F-A8C4-79DE6AE8B1B8}" destId="{B9DE9BAC-E53D-43FD-83B7-939FEF94D025}" srcOrd="1" destOrd="0" presId="urn:microsoft.com/office/officeart/2018/2/layout/IconVerticalSolidList"/>
    <dgm:cxn modelId="{412AF904-145E-441D-B290-852448F31704}" type="presParOf" srcId="{019B96BB-8FDE-414F-A8C4-79DE6AE8B1B8}" destId="{F49868CF-A7D5-488B-9CBA-759625FB4E0E}" srcOrd="2" destOrd="0" presId="urn:microsoft.com/office/officeart/2018/2/layout/IconVerticalSolidList"/>
    <dgm:cxn modelId="{32F405FA-8241-421C-B110-065409046E69}" type="presParOf" srcId="{019B96BB-8FDE-414F-A8C4-79DE6AE8B1B8}" destId="{82AF109B-58BF-468B-93C8-0A4FC993FB2E}" srcOrd="3" destOrd="0" presId="urn:microsoft.com/office/officeart/2018/2/layout/IconVerticalSolidList"/>
    <dgm:cxn modelId="{A6CFF9B9-D2AF-405A-A8F2-3E1584C33809}" type="presParOf" srcId="{030D85F1-554B-47BC-A98F-0C06F5A1BDAD}" destId="{449802B8-FDAB-4B54-85A0-FD15F5B53E9C}" srcOrd="3" destOrd="0" presId="urn:microsoft.com/office/officeart/2018/2/layout/IconVerticalSolidList"/>
    <dgm:cxn modelId="{6B6A9C6E-7BD4-4607-BBE5-20160DBDA8B3}" type="presParOf" srcId="{030D85F1-554B-47BC-A98F-0C06F5A1BDAD}" destId="{A70B4721-D2F3-4318-BCAE-32CCA2ACC916}" srcOrd="4" destOrd="0" presId="urn:microsoft.com/office/officeart/2018/2/layout/IconVerticalSolidList"/>
    <dgm:cxn modelId="{BCF41618-E4DB-4A73-BC70-66EE5CA18427}" type="presParOf" srcId="{A70B4721-D2F3-4318-BCAE-32CCA2ACC916}" destId="{D8176B30-B19C-486E-95A5-A997332BF9A7}" srcOrd="0" destOrd="0" presId="urn:microsoft.com/office/officeart/2018/2/layout/IconVerticalSolidList"/>
    <dgm:cxn modelId="{271C5431-BC07-46ED-BC5E-BF18F81C8295}" type="presParOf" srcId="{A70B4721-D2F3-4318-BCAE-32CCA2ACC916}" destId="{285236A4-A5F7-4BBC-82C0-169D62866ECC}" srcOrd="1" destOrd="0" presId="urn:microsoft.com/office/officeart/2018/2/layout/IconVerticalSolidList"/>
    <dgm:cxn modelId="{0C4FCA93-A901-412D-9205-1FBD50646EE8}" type="presParOf" srcId="{A70B4721-D2F3-4318-BCAE-32CCA2ACC916}" destId="{C0ACB5ED-A611-4581-A2DB-66436AA457A8}" srcOrd="2" destOrd="0" presId="urn:microsoft.com/office/officeart/2018/2/layout/IconVerticalSolidList"/>
    <dgm:cxn modelId="{488AEDCF-A4C8-444A-8720-807B4EB24130}" type="presParOf" srcId="{A70B4721-D2F3-4318-BCAE-32CCA2ACC916}" destId="{BB605FE0-0048-4BB6-AD82-7F8AABC597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2656A-5678-437F-BC41-19C8A057BB8E}">
      <dsp:nvSpPr>
        <dsp:cNvPr id="0" name=""/>
        <dsp:cNvSpPr/>
      </dsp:nvSpPr>
      <dsp:spPr>
        <a:xfrm>
          <a:off x="718225" y="413832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80B63-72A3-47A4-BB00-260A59433A26}">
      <dsp:nvSpPr>
        <dsp:cNvPr id="0" name=""/>
        <dsp:cNvSpPr/>
      </dsp:nvSpPr>
      <dsp:spPr>
        <a:xfrm>
          <a:off x="1142350" y="837957"/>
          <a:ext cx="1141874" cy="11418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F4058-65EE-45C7-91D1-15CBDFB5D1CD}">
      <dsp:nvSpPr>
        <dsp:cNvPr id="0" name=""/>
        <dsp:cNvSpPr/>
      </dsp:nvSpPr>
      <dsp:spPr>
        <a:xfrm>
          <a:off x="82037" y="302383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Smart home devices are fragmented—too many apps, no seamless integration </a:t>
          </a:r>
          <a:endParaRPr lang="en-US" sz="1700" kern="1200"/>
        </a:p>
      </dsp:txBody>
      <dsp:txXfrm>
        <a:off x="82037" y="3023832"/>
        <a:ext cx="3262500" cy="720000"/>
      </dsp:txXfrm>
    </dsp:sp>
    <dsp:sp modelId="{26750ED0-C0D2-4C8C-AC59-D1CE3D6F8EE5}">
      <dsp:nvSpPr>
        <dsp:cNvPr id="0" name=""/>
        <dsp:cNvSpPr/>
      </dsp:nvSpPr>
      <dsp:spPr>
        <a:xfrm>
          <a:off x="4551662" y="413832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BD554F-B030-4EB4-B3E3-F6A23C65B9E5}">
      <dsp:nvSpPr>
        <dsp:cNvPr id="0" name=""/>
        <dsp:cNvSpPr/>
      </dsp:nvSpPr>
      <dsp:spPr>
        <a:xfrm>
          <a:off x="4975787" y="837957"/>
          <a:ext cx="1141874" cy="11418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6AD5E-94E2-42DC-BF8F-C7FFB575E62D}">
      <dsp:nvSpPr>
        <dsp:cNvPr id="0" name=""/>
        <dsp:cNvSpPr/>
      </dsp:nvSpPr>
      <dsp:spPr>
        <a:xfrm>
          <a:off x="3915475" y="302383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Users crave simplicity without sacrificing functionality</a:t>
          </a:r>
          <a:endParaRPr lang="en-US" sz="1700" kern="1200"/>
        </a:p>
      </dsp:txBody>
      <dsp:txXfrm>
        <a:off x="3915475" y="3023832"/>
        <a:ext cx="3262500" cy="720000"/>
      </dsp:txXfrm>
    </dsp:sp>
    <dsp:sp modelId="{B9D239D7-69B2-495C-8A56-90F8E422D43D}">
      <dsp:nvSpPr>
        <dsp:cNvPr id="0" name=""/>
        <dsp:cNvSpPr/>
      </dsp:nvSpPr>
      <dsp:spPr>
        <a:xfrm>
          <a:off x="8385100" y="413832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4BB55E-14E2-403E-AD19-927E163DB5BF}">
      <dsp:nvSpPr>
        <dsp:cNvPr id="0" name=""/>
        <dsp:cNvSpPr/>
      </dsp:nvSpPr>
      <dsp:spPr>
        <a:xfrm>
          <a:off x="8809225" y="837957"/>
          <a:ext cx="1141874" cy="11418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2B437-084C-48F6-8C68-A0EB929EA9CC}">
      <dsp:nvSpPr>
        <dsp:cNvPr id="0" name=""/>
        <dsp:cNvSpPr/>
      </dsp:nvSpPr>
      <dsp:spPr>
        <a:xfrm>
          <a:off x="7748912" y="302383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Current solutions lack advanced AI personalization</a:t>
          </a:r>
          <a:endParaRPr lang="en-US" sz="1700" kern="1200"/>
        </a:p>
      </dsp:txBody>
      <dsp:txXfrm>
        <a:off x="7748912" y="3023832"/>
        <a:ext cx="326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99DFA-4D15-4F52-85C8-8489CA1E4EB8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B0292-D22C-424E-9383-DB654BB7B8E6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54F20-3667-44FD-9E5F-925A2F93BECB}">
      <dsp:nvSpPr>
        <dsp:cNvPr id="0" name=""/>
        <dsp:cNvSpPr/>
      </dsp:nvSpPr>
      <dsp:spPr>
        <a:xfrm>
          <a:off x="1840447" y="680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"The Nova SmartHub: Connecting your world, intelligently." </a:t>
          </a:r>
          <a:endParaRPr lang="en-US" sz="2500" kern="1200"/>
        </a:p>
      </dsp:txBody>
      <dsp:txXfrm>
        <a:off x="1840447" y="680"/>
        <a:ext cx="4420652" cy="1593460"/>
      </dsp:txXfrm>
    </dsp:sp>
    <dsp:sp modelId="{CE1BA2CD-431C-475D-992C-8D069F099ACF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DE9BAC-E53D-43FD-83B7-939FEF94D025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F109B-58BF-468B-93C8-0A4FC993FB2E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Questions? Let’s discuss! </a:t>
          </a:r>
          <a:endParaRPr lang="en-US" sz="2500" kern="1200"/>
        </a:p>
      </dsp:txBody>
      <dsp:txXfrm>
        <a:off x="1840447" y="1992507"/>
        <a:ext cx="4420652" cy="1593460"/>
      </dsp:txXfrm>
    </dsp:sp>
    <dsp:sp modelId="{D8176B30-B19C-486E-95A5-A997332BF9A7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236A4-A5F7-4BBC-82C0-169D62866ECC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05FE0-0048-4BB6-AD82-7F8AABC5971F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Follow us: @xTechInnovations on X</a:t>
          </a:r>
          <a:endParaRPr lang="en-US" sz="2500" kern="1200"/>
        </a:p>
      </dsp:txBody>
      <dsp:txXfrm>
        <a:off x="1840447" y="3984333"/>
        <a:ext cx="4420652" cy="1593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circle with yellow text&#10;&#10;Description automatically generated">
            <a:extLst>
              <a:ext uri="{FF2B5EF4-FFF2-40B4-BE49-F238E27FC236}">
                <a16:creationId xmlns:a16="http://schemas.microsoft.com/office/drawing/2014/main" id="{BAA91C78-447F-BB6A-803C-AEEBDAA2E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586" t="13531" r="12703" b="15848"/>
          <a:stretch/>
        </p:blipFill>
        <p:spPr>
          <a:xfrm>
            <a:off x="11447415" y="6147668"/>
            <a:ext cx="741409" cy="71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6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3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34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94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4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81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8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2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6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4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3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8EBEE-B398-684E-A88E-1BF4EA58D7A7}" type="datetimeFigureOut">
              <a:rPr lang="en-US" smtClean="0"/>
              <a:t>3/28/25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E4BD7-4188-D442-A2C2-5395A95CC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ox with blue lights&#10;&#10;Description automatically generated">
            <a:extLst>
              <a:ext uri="{FF2B5EF4-FFF2-40B4-BE49-F238E27FC236}">
                <a16:creationId xmlns:a16="http://schemas.microsoft.com/office/drawing/2014/main" id="{27A951C3-1E6C-019E-E280-B6FE4A4B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400"/>
          <a:stretch/>
        </p:blipFill>
        <p:spPr>
          <a:xfrm>
            <a:off x="4644526" y="10"/>
            <a:ext cx="7552945" cy="6857990"/>
          </a:xfrm>
          <a:prstGeom prst="rect">
            <a:avLst/>
          </a:prstGeom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CFE05D-8E17-8B10-4A95-6A4232C9FC32}"/>
              </a:ext>
            </a:extLst>
          </p:cNvPr>
          <p:cNvSpPr txBox="1"/>
          <p:nvPr/>
        </p:nvSpPr>
        <p:spPr>
          <a:xfrm>
            <a:off x="680322" y="2063262"/>
            <a:ext cx="3739278" cy="2661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+mj-lt"/>
                <a:ea typeface="+mj-ea"/>
                <a:cs typeface="+mj-cs"/>
              </a:rPr>
              <a:t>Introducing the Nova </a:t>
            </a:r>
            <a:r>
              <a:rPr lang="en-US" sz="5400" dirty="0" err="1">
                <a:latin typeface="+mj-lt"/>
                <a:ea typeface="+mj-ea"/>
                <a:cs typeface="+mj-cs"/>
              </a:rPr>
              <a:t>SmartHub</a:t>
            </a:r>
            <a:endParaRPr lang="en-US" sz="54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37846-466F-F88C-C4D7-28293A199CF8}"/>
              </a:ext>
            </a:extLst>
          </p:cNvPr>
          <p:cNvSpPr txBox="1"/>
          <p:nvPr/>
        </p:nvSpPr>
        <p:spPr>
          <a:xfrm>
            <a:off x="680323" y="5101298"/>
            <a:ext cx="3739277" cy="1116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The Future of Connected Living</a:t>
            </a:r>
          </a:p>
        </p:txBody>
      </p:sp>
    </p:spTree>
    <p:extLst>
      <p:ext uri="{BB962C8B-B14F-4D97-AF65-F5344CB8AC3E}">
        <p14:creationId xmlns:p14="http://schemas.microsoft.com/office/powerpoint/2010/main" val="293610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CFE05D-8E17-8B10-4A95-6A4232C9FC32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What to Expect Today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37846-466F-F88C-C4D7-28293A199CF8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Welcome &amp; Introduction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The Problem We’re Solving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Introducing the Nova SmartHub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Key Features &amp; Benefits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Market Opportunity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Launch Timeline &amp; Availability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Q&amp;A</a:t>
            </a:r>
          </a:p>
        </p:txBody>
      </p:sp>
      <p:pic>
        <p:nvPicPr>
          <p:cNvPr id="3" name="Picture 2" descr="A computer monitor surrounded by many televisions&#10;&#10;Description automatically generated">
            <a:extLst>
              <a:ext uri="{FF2B5EF4-FFF2-40B4-BE49-F238E27FC236}">
                <a16:creationId xmlns:a16="http://schemas.microsoft.com/office/drawing/2014/main" id="{1023783D-ED92-D175-B26B-47762290D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88" r="1528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605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CFE05D-8E17-8B10-4A95-6A4232C9FC32}"/>
              </a:ext>
            </a:extLst>
          </p:cNvPr>
          <p:cNvSpPr txBox="1"/>
          <p:nvPr/>
        </p:nvSpPr>
        <p:spPr>
          <a:xfrm>
            <a:off x="550863" y="365125"/>
            <a:ext cx="11090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We Need a Change</a:t>
            </a:r>
          </a:p>
        </p:txBody>
      </p:sp>
      <p:graphicFrame>
        <p:nvGraphicFramePr>
          <p:cNvPr id="24" name="TextBox 6">
            <a:extLst>
              <a:ext uri="{FF2B5EF4-FFF2-40B4-BE49-F238E27FC236}">
                <a16:creationId xmlns:a16="http://schemas.microsoft.com/office/drawing/2014/main" id="{BBC23246-4C1A-9B47-463A-62CD946DB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7263130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41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0F09D4-1EE1-BA94-EF8B-010134250885}"/>
              </a:ext>
            </a:extLst>
          </p:cNvPr>
          <p:cNvSpPr/>
          <p:nvPr/>
        </p:nvSpPr>
        <p:spPr>
          <a:xfrm>
            <a:off x="871550" y="3317431"/>
            <a:ext cx="10674337" cy="229399"/>
          </a:xfrm>
          <a:prstGeom prst="rect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3AA29DD-4AB4-C4A9-4EA7-FE0CA7A7FAE2}"/>
              </a:ext>
            </a:extLst>
          </p:cNvPr>
          <p:cNvGrpSpPr/>
          <p:nvPr/>
        </p:nvGrpSpPr>
        <p:grpSpPr>
          <a:xfrm>
            <a:off x="-2542084" y="1541396"/>
            <a:ext cx="2203369" cy="2674879"/>
            <a:chOff x="4910625" y="1541396"/>
            <a:chExt cx="2203369" cy="267487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A1BBDE5-7F09-C7C7-F347-3C7E2C4B25AC}"/>
                </a:ext>
              </a:extLst>
            </p:cNvPr>
            <p:cNvGrpSpPr/>
            <p:nvPr/>
          </p:nvGrpSpPr>
          <p:grpSpPr>
            <a:xfrm>
              <a:off x="4910625" y="1541396"/>
              <a:ext cx="2203369" cy="2674879"/>
              <a:chOff x="5435782" y="1590892"/>
              <a:chExt cx="2203369" cy="2674879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FBDAB150-BBAB-B335-B727-F8C34F027932}"/>
                  </a:ext>
                </a:extLst>
              </p:cNvPr>
              <p:cNvSpPr/>
              <p:nvPr/>
            </p:nvSpPr>
            <p:spPr>
              <a:xfrm>
                <a:off x="5535935" y="3635404"/>
                <a:ext cx="2003062" cy="630367"/>
              </a:xfrm>
              <a:custGeom>
                <a:avLst/>
                <a:gdLst>
                  <a:gd name="connsiteX0" fmla="*/ 0 w 2003062"/>
                  <a:gd name="connsiteY0" fmla="*/ 0 h 630367"/>
                  <a:gd name="connsiteX1" fmla="*/ 2003062 w 2003062"/>
                  <a:gd name="connsiteY1" fmla="*/ 0 h 630367"/>
                  <a:gd name="connsiteX2" fmla="*/ 2003062 w 2003062"/>
                  <a:gd name="connsiteY2" fmla="*/ 630367 h 630367"/>
                  <a:gd name="connsiteX3" fmla="*/ 0 w 2003062"/>
                  <a:gd name="connsiteY3" fmla="*/ 630367 h 630367"/>
                  <a:gd name="connsiteX4" fmla="*/ 0 w 2003062"/>
                  <a:gd name="connsiteY4" fmla="*/ 0 h 630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062" h="630367">
                    <a:moveTo>
                      <a:pt x="0" y="0"/>
                    </a:moveTo>
                    <a:lnTo>
                      <a:pt x="2003062" y="0"/>
                    </a:lnTo>
                    <a:lnTo>
                      <a:pt x="2003062" y="630367"/>
                    </a:lnTo>
                    <a:lnTo>
                      <a:pt x="0" y="63036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t" anchorCtr="1">
                <a:noAutofit/>
              </a:bodyPr>
              <a:lstStyle/>
              <a:p>
                <a:pPr marL="0" lvl="0" indent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  <a:defRPr b="1"/>
                </a:pPr>
                <a:r>
                  <a:rPr lang="en-US" sz="2000" kern="1200" dirty="0"/>
                  <a:t>Apr. 2025</a:t>
                </a:r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7DA37D70-D751-CB1C-20A3-144CE5D5D188}"/>
                  </a:ext>
                </a:extLst>
              </p:cNvPr>
              <p:cNvSpPr/>
              <p:nvPr/>
            </p:nvSpPr>
            <p:spPr>
              <a:xfrm>
                <a:off x="5435782" y="1590892"/>
                <a:ext cx="2203369" cy="778197"/>
              </a:xfrm>
              <a:custGeom>
                <a:avLst/>
                <a:gdLst>
                  <a:gd name="connsiteX0" fmla="*/ 0 w 2203369"/>
                  <a:gd name="connsiteY0" fmla="*/ 0 h 778197"/>
                  <a:gd name="connsiteX1" fmla="*/ 2203369 w 2203369"/>
                  <a:gd name="connsiteY1" fmla="*/ 0 h 778197"/>
                  <a:gd name="connsiteX2" fmla="*/ 2203369 w 2203369"/>
                  <a:gd name="connsiteY2" fmla="*/ 778197 h 778197"/>
                  <a:gd name="connsiteX3" fmla="*/ 0 w 2203369"/>
                  <a:gd name="connsiteY3" fmla="*/ 778197 h 778197"/>
                  <a:gd name="connsiteX4" fmla="*/ 0 w 2203369"/>
                  <a:gd name="connsiteY4" fmla="*/ 0 h 778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3369" h="778197">
                    <a:moveTo>
                      <a:pt x="0" y="0"/>
                    </a:moveTo>
                    <a:lnTo>
                      <a:pt x="2203369" y="0"/>
                    </a:lnTo>
                    <a:lnTo>
                      <a:pt x="2203369" y="778197"/>
                    </a:lnTo>
                    <a:lnTo>
                      <a:pt x="0" y="77819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42875" tIns="142875" rIns="142875" bIns="142875" numCol="1" spcCol="1270" anchor="ctr" anchorCtr="0">
                <a:noAutofit/>
              </a:bodyPr>
              <a:lstStyle/>
              <a:p>
                <a:pPr marL="0" lvl="0" indent="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500" kern="1200"/>
                  <a:t>Pre-orders open</a:t>
                </a:r>
              </a:p>
            </p:txBody>
          </p:sp>
          <p:sp>
            <p:nvSpPr>
              <p:cNvPr id="8" name="Straight Connector 7">
                <a:extLst>
                  <a:ext uri="{FF2B5EF4-FFF2-40B4-BE49-F238E27FC236}">
                    <a16:creationId xmlns:a16="http://schemas.microsoft.com/office/drawing/2014/main" id="{BA1A696E-C246-CC93-FBDE-317CAD05593D}"/>
                  </a:ext>
                </a:extLst>
              </p:cNvPr>
              <p:cNvSpPr/>
              <p:nvPr/>
            </p:nvSpPr>
            <p:spPr>
              <a:xfrm>
                <a:off x="6537466" y="2369090"/>
                <a:ext cx="0" cy="948340"/>
              </a:xfrm>
              <a:prstGeom prst="line">
                <a:avLst/>
              </a:prstGeom>
              <a:gradFill rotWithShape="0">
                <a:gsLst>
                  <a:gs pos="0">
                    <a:schemeClr val="accent2">
                      <a:tint val="94000"/>
                      <a:satMod val="103000"/>
                      <a:lumMod val="102000"/>
                    </a:schemeClr>
                  </a:gs>
                  <a:gs pos="50000">
                    <a:schemeClr val="accent2">
                      <a:shade val="100000"/>
                      <a:satMod val="110000"/>
                      <a:lumMod val="100000"/>
                    </a:schemeClr>
                  </a:gs>
                  <a:gs pos="100000">
                    <a:schemeClr val="accent2">
                      <a:shade val="78000"/>
                      <a:satMod val="120000"/>
                      <a:lumMod val="99000"/>
                    </a:schemeClr>
                  </a:gs>
                </a:gsLst>
                <a:lin ang="5400000" scaled="0"/>
              </a:gradFill>
              <a:ln w="6350" cap="flat" cmpd="sng" algn="ctr">
                <a:solidFill>
                  <a:schemeClr val="accent2">
                    <a:hueOff val="0"/>
                    <a:satOff val="0"/>
                    <a:lumOff val="0"/>
                    <a:alphaOff val="0"/>
                  </a:schemeClr>
                </a:solidFill>
                <a:prstDash val="dash"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p:spPr>
            <p:style>
              <a:lnRef idx="1">
                <a:scrgbClr r="0" g="0" b="0"/>
              </a:lnRef>
              <a:fillRef idx="3">
                <a:scrgbClr r="0" g="0" b="0"/>
              </a:fillRef>
              <a:effectRef idx="3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8C9639-C57C-E9E3-75F7-7DC9EB18B669}"/>
                </a:ext>
              </a:extLst>
            </p:cNvPr>
            <p:cNvSpPr/>
            <p:nvPr/>
          </p:nvSpPr>
          <p:spPr>
            <a:xfrm>
              <a:off x="5968002" y="3359269"/>
              <a:ext cx="139461" cy="139461"/>
            </a:xfrm>
            <a:prstGeom prst="ellipse">
              <a:avLst/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9525" cap="flat" cmpd="sng" algn="ctr">
              <a:noFill/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D5040C-79A3-F185-BF3E-B5A66A927F5E}"/>
              </a:ext>
            </a:extLst>
          </p:cNvPr>
          <p:cNvGrpSpPr/>
          <p:nvPr/>
        </p:nvGrpSpPr>
        <p:grpSpPr>
          <a:xfrm>
            <a:off x="-2542084" y="2595072"/>
            <a:ext cx="2203369" cy="2674878"/>
            <a:chOff x="6687696" y="2592229"/>
            <a:chExt cx="2203369" cy="2674878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49CF542-8914-241D-A25C-172D768F6C74}"/>
                </a:ext>
              </a:extLst>
            </p:cNvPr>
            <p:cNvSpPr/>
            <p:nvPr/>
          </p:nvSpPr>
          <p:spPr>
            <a:xfrm>
              <a:off x="6787849" y="2592229"/>
              <a:ext cx="2003062" cy="630367"/>
            </a:xfrm>
            <a:custGeom>
              <a:avLst/>
              <a:gdLst>
                <a:gd name="connsiteX0" fmla="*/ 0 w 2003062"/>
                <a:gd name="connsiteY0" fmla="*/ 0 h 630367"/>
                <a:gd name="connsiteX1" fmla="*/ 2003062 w 2003062"/>
                <a:gd name="connsiteY1" fmla="*/ 0 h 630367"/>
                <a:gd name="connsiteX2" fmla="*/ 2003062 w 2003062"/>
                <a:gd name="connsiteY2" fmla="*/ 630367 h 630367"/>
                <a:gd name="connsiteX3" fmla="*/ 0 w 2003062"/>
                <a:gd name="connsiteY3" fmla="*/ 630367 h 630367"/>
                <a:gd name="connsiteX4" fmla="*/ 0 w 2003062"/>
                <a:gd name="connsiteY4" fmla="*/ 0 h 630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3062" h="630367">
                  <a:moveTo>
                    <a:pt x="0" y="0"/>
                  </a:moveTo>
                  <a:lnTo>
                    <a:pt x="2003062" y="0"/>
                  </a:lnTo>
                  <a:lnTo>
                    <a:pt x="2003062" y="630367"/>
                  </a:lnTo>
                  <a:lnTo>
                    <a:pt x="0" y="630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b" anchorCtr="1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000" kern="1200" dirty="0"/>
                <a:t>June 2025</a:t>
              </a: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5CC2B3B-0571-78FC-DFD9-48CF3A962718}"/>
                </a:ext>
              </a:extLst>
            </p:cNvPr>
            <p:cNvSpPr/>
            <p:nvPr/>
          </p:nvSpPr>
          <p:spPr>
            <a:xfrm>
              <a:off x="6687696" y="4488910"/>
              <a:ext cx="2203369" cy="778197"/>
            </a:xfrm>
            <a:custGeom>
              <a:avLst/>
              <a:gdLst>
                <a:gd name="connsiteX0" fmla="*/ 0 w 2203369"/>
                <a:gd name="connsiteY0" fmla="*/ 0 h 778197"/>
                <a:gd name="connsiteX1" fmla="*/ 2203369 w 2203369"/>
                <a:gd name="connsiteY1" fmla="*/ 0 h 778197"/>
                <a:gd name="connsiteX2" fmla="*/ 2203369 w 2203369"/>
                <a:gd name="connsiteY2" fmla="*/ 778197 h 778197"/>
                <a:gd name="connsiteX3" fmla="*/ 0 w 2203369"/>
                <a:gd name="connsiteY3" fmla="*/ 778197 h 778197"/>
                <a:gd name="connsiteX4" fmla="*/ 0 w 2203369"/>
                <a:gd name="connsiteY4" fmla="*/ 0 h 7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3369" h="778197">
                  <a:moveTo>
                    <a:pt x="0" y="0"/>
                  </a:moveTo>
                  <a:lnTo>
                    <a:pt x="2203369" y="0"/>
                  </a:lnTo>
                  <a:lnTo>
                    <a:pt x="2203369" y="778197"/>
                  </a:lnTo>
                  <a:lnTo>
                    <a:pt x="0" y="77819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875" tIns="142875" rIns="142875" bIns="142875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Shipping begins in North America</a:t>
              </a:r>
            </a:p>
          </p:txBody>
        </p:sp>
        <p:sp>
          <p:nvSpPr>
            <p:cNvPr id="11" name="Straight Connector 10">
              <a:extLst>
                <a:ext uri="{FF2B5EF4-FFF2-40B4-BE49-F238E27FC236}">
                  <a16:creationId xmlns:a16="http://schemas.microsoft.com/office/drawing/2014/main" id="{8A9F3ED3-E60D-481A-3867-3624DE30F986}"/>
                </a:ext>
              </a:extLst>
            </p:cNvPr>
            <p:cNvSpPr/>
            <p:nvPr/>
          </p:nvSpPr>
          <p:spPr>
            <a:xfrm>
              <a:off x="7789380" y="3540569"/>
              <a:ext cx="0" cy="948340"/>
            </a:xfrm>
            <a:prstGeom prst="line">
              <a:avLst/>
            </a:prstGeom>
            <a:gradFill rotWithShape="0">
              <a:gsLst>
                <a:gs pos="0">
                  <a:schemeClr val="accent3">
                    <a:tint val="94000"/>
                    <a:satMod val="103000"/>
                    <a:lumMod val="102000"/>
                  </a:schemeClr>
                </a:gs>
                <a:gs pos="50000">
                  <a:schemeClr val="accent3">
                    <a:shade val="100000"/>
                    <a:satMod val="110000"/>
                    <a:lumMod val="100000"/>
                  </a:schemeClr>
                </a:gs>
                <a:gs pos="100000">
                  <a:schemeClr val="accent3">
                    <a:shade val="78000"/>
                    <a:satMod val="120000"/>
                    <a:lumMod val="99000"/>
                  </a:schemeClr>
                </a:gs>
              </a:gsLst>
              <a:lin ang="5400000" scaled="0"/>
            </a:gradFill>
            <a:ln w="6350" cap="flat" cmpd="sng" algn="ctr">
              <a:solidFill>
                <a:schemeClr val="accent3">
                  <a:hueOff val="0"/>
                  <a:satOff val="0"/>
                  <a:lumOff val="0"/>
                  <a:alphaOff val="0"/>
                </a:schemeClr>
              </a:solidFill>
              <a:prstDash val="dash"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1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A7B0923-72AE-49E2-43D9-FE8D3AEF20B4}"/>
                </a:ext>
              </a:extLst>
            </p:cNvPr>
            <p:cNvSpPr/>
            <p:nvPr/>
          </p:nvSpPr>
          <p:spPr>
            <a:xfrm>
              <a:off x="7719649" y="3359269"/>
              <a:ext cx="139461" cy="139461"/>
            </a:xfrm>
            <a:prstGeom prst="ellipse">
              <a:avLst/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9525" cap="flat" cmpd="sng" algn="ctr">
              <a:noFill/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59845D-1770-CC75-D4AE-DFE6D527E876}"/>
              </a:ext>
            </a:extLst>
          </p:cNvPr>
          <p:cNvGrpSpPr/>
          <p:nvPr/>
        </p:nvGrpSpPr>
        <p:grpSpPr>
          <a:xfrm>
            <a:off x="12396424" y="1569972"/>
            <a:ext cx="2203369" cy="2674879"/>
            <a:chOff x="7939610" y="1590892"/>
            <a:chExt cx="2203369" cy="2674879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B0704AA-01A2-049E-8737-E296A82BF68E}"/>
                </a:ext>
              </a:extLst>
            </p:cNvPr>
            <p:cNvSpPr/>
            <p:nvPr/>
          </p:nvSpPr>
          <p:spPr>
            <a:xfrm>
              <a:off x="8039763" y="3635404"/>
              <a:ext cx="2003062" cy="630367"/>
            </a:xfrm>
            <a:custGeom>
              <a:avLst/>
              <a:gdLst>
                <a:gd name="connsiteX0" fmla="*/ 0 w 2003062"/>
                <a:gd name="connsiteY0" fmla="*/ 0 h 630367"/>
                <a:gd name="connsiteX1" fmla="*/ 2003062 w 2003062"/>
                <a:gd name="connsiteY1" fmla="*/ 0 h 630367"/>
                <a:gd name="connsiteX2" fmla="*/ 2003062 w 2003062"/>
                <a:gd name="connsiteY2" fmla="*/ 630367 h 630367"/>
                <a:gd name="connsiteX3" fmla="*/ 0 w 2003062"/>
                <a:gd name="connsiteY3" fmla="*/ 630367 h 630367"/>
                <a:gd name="connsiteX4" fmla="*/ 0 w 2003062"/>
                <a:gd name="connsiteY4" fmla="*/ 0 h 630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3062" h="630367">
                  <a:moveTo>
                    <a:pt x="0" y="0"/>
                  </a:moveTo>
                  <a:lnTo>
                    <a:pt x="2003062" y="0"/>
                  </a:lnTo>
                  <a:lnTo>
                    <a:pt x="2003062" y="630367"/>
                  </a:lnTo>
                  <a:lnTo>
                    <a:pt x="0" y="630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1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000" kern="1200"/>
                <a:t>2025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35E5A23-24E8-7AF7-373B-04B56DDFDEC5}"/>
                </a:ext>
              </a:extLst>
            </p:cNvPr>
            <p:cNvSpPr/>
            <p:nvPr/>
          </p:nvSpPr>
          <p:spPr>
            <a:xfrm>
              <a:off x="7939610" y="1590892"/>
              <a:ext cx="2203369" cy="778197"/>
            </a:xfrm>
            <a:custGeom>
              <a:avLst/>
              <a:gdLst>
                <a:gd name="connsiteX0" fmla="*/ 0 w 2203369"/>
                <a:gd name="connsiteY0" fmla="*/ 0 h 778197"/>
                <a:gd name="connsiteX1" fmla="*/ 2203369 w 2203369"/>
                <a:gd name="connsiteY1" fmla="*/ 0 h 778197"/>
                <a:gd name="connsiteX2" fmla="*/ 2203369 w 2203369"/>
                <a:gd name="connsiteY2" fmla="*/ 778197 h 778197"/>
                <a:gd name="connsiteX3" fmla="*/ 0 w 2203369"/>
                <a:gd name="connsiteY3" fmla="*/ 778197 h 778197"/>
                <a:gd name="connsiteX4" fmla="*/ 0 w 2203369"/>
                <a:gd name="connsiteY4" fmla="*/ 0 h 778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3369" h="778197">
                  <a:moveTo>
                    <a:pt x="0" y="0"/>
                  </a:moveTo>
                  <a:lnTo>
                    <a:pt x="2203369" y="0"/>
                  </a:lnTo>
                  <a:lnTo>
                    <a:pt x="2203369" y="778197"/>
                  </a:lnTo>
                  <a:lnTo>
                    <a:pt x="0" y="77819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875" tIns="142875" rIns="142875" bIns="142875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/>
                <a:t>Q3 2025: Global rollout (Europe, Asia) </a:t>
              </a: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DECC5E4A-C0B8-47B9-2C74-62228563582C}"/>
                </a:ext>
              </a:extLst>
            </p:cNvPr>
            <p:cNvSpPr/>
            <p:nvPr/>
          </p:nvSpPr>
          <p:spPr>
            <a:xfrm>
              <a:off x="9041295" y="2369090"/>
              <a:ext cx="0" cy="948340"/>
            </a:xfrm>
            <a:prstGeom prst="line">
              <a:avLst/>
            </a:prstGeom>
            <a:gradFill rotWithShape="0">
              <a:gsLst>
                <a:gs pos="0">
                  <a:schemeClr val="accent4">
                    <a:tint val="94000"/>
                    <a:satMod val="103000"/>
                    <a:lumMod val="102000"/>
                  </a:schemeClr>
                </a:gs>
                <a:gs pos="50000">
                  <a:schemeClr val="accent4">
                    <a:shade val="100000"/>
                    <a:satMod val="110000"/>
                    <a:lumMod val="100000"/>
                  </a:schemeClr>
                </a:gs>
                <a:gs pos="100000">
                  <a:schemeClr val="accent4">
                    <a:shade val="78000"/>
                    <a:satMod val="120000"/>
                    <a:lumMod val="99000"/>
                  </a:schemeClr>
                </a:gs>
              </a:gsLst>
              <a:lin ang="5400000" scaled="0"/>
            </a:gradFill>
            <a:ln w="6350" cap="flat" cmpd="sng" algn="ctr">
              <a:solidFill>
                <a:schemeClr val="accent4">
                  <a:hueOff val="0"/>
                  <a:satOff val="0"/>
                  <a:lumOff val="0"/>
                  <a:alphaOff val="0"/>
                </a:schemeClr>
              </a:solidFill>
              <a:prstDash val="dash"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1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84CF934-636B-A618-7E4C-CC57E334B308}"/>
                </a:ext>
              </a:extLst>
            </p:cNvPr>
            <p:cNvSpPr/>
            <p:nvPr/>
          </p:nvSpPr>
          <p:spPr>
            <a:xfrm>
              <a:off x="8971564" y="3359269"/>
              <a:ext cx="139461" cy="139461"/>
            </a:xfrm>
            <a:prstGeom prst="ellipse">
              <a:avLst/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9525" cap="flat" cmpd="sng" algn="ctr">
              <a:noFill/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5CEB1EE-503F-999E-9A42-88B11E47E2C2}"/>
              </a:ext>
            </a:extLst>
          </p:cNvPr>
          <p:cNvGrpSpPr/>
          <p:nvPr/>
        </p:nvGrpSpPr>
        <p:grpSpPr>
          <a:xfrm>
            <a:off x="13340463" y="2618632"/>
            <a:ext cx="2203369" cy="2820790"/>
            <a:chOff x="9191524" y="2592229"/>
            <a:chExt cx="2203369" cy="282079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04D6CCC-1E95-E423-5AEA-63A087C2EF29}"/>
                </a:ext>
              </a:extLst>
            </p:cNvPr>
            <p:cNvSpPr/>
            <p:nvPr/>
          </p:nvSpPr>
          <p:spPr>
            <a:xfrm>
              <a:off x="9291677" y="2592229"/>
              <a:ext cx="2003062" cy="630367"/>
            </a:xfrm>
            <a:custGeom>
              <a:avLst/>
              <a:gdLst>
                <a:gd name="connsiteX0" fmla="*/ 0 w 2003062"/>
                <a:gd name="connsiteY0" fmla="*/ 0 h 630367"/>
                <a:gd name="connsiteX1" fmla="*/ 2003062 w 2003062"/>
                <a:gd name="connsiteY1" fmla="*/ 0 h 630367"/>
                <a:gd name="connsiteX2" fmla="*/ 2003062 w 2003062"/>
                <a:gd name="connsiteY2" fmla="*/ 630367 h 630367"/>
                <a:gd name="connsiteX3" fmla="*/ 0 w 2003062"/>
                <a:gd name="connsiteY3" fmla="*/ 630367 h 630367"/>
                <a:gd name="connsiteX4" fmla="*/ 0 w 2003062"/>
                <a:gd name="connsiteY4" fmla="*/ 0 h 630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3062" h="630367">
                  <a:moveTo>
                    <a:pt x="0" y="0"/>
                  </a:moveTo>
                  <a:lnTo>
                    <a:pt x="2003062" y="0"/>
                  </a:lnTo>
                  <a:lnTo>
                    <a:pt x="2003062" y="630367"/>
                  </a:lnTo>
                  <a:lnTo>
                    <a:pt x="0" y="6303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b" anchorCtr="1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000" kern="1200" dirty="0"/>
                <a:t>2025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A95EC85-F00D-86ED-B4A8-3BD34BD7FDDA}"/>
                </a:ext>
              </a:extLst>
            </p:cNvPr>
            <p:cNvSpPr/>
            <p:nvPr/>
          </p:nvSpPr>
          <p:spPr>
            <a:xfrm>
              <a:off x="9191524" y="4488910"/>
              <a:ext cx="2203369" cy="924109"/>
            </a:xfrm>
            <a:custGeom>
              <a:avLst/>
              <a:gdLst>
                <a:gd name="connsiteX0" fmla="*/ 0 w 2203369"/>
                <a:gd name="connsiteY0" fmla="*/ 0 h 924109"/>
                <a:gd name="connsiteX1" fmla="*/ 2203369 w 2203369"/>
                <a:gd name="connsiteY1" fmla="*/ 0 h 924109"/>
                <a:gd name="connsiteX2" fmla="*/ 2203369 w 2203369"/>
                <a:gd name="connsiteY2" fmla="*/ 924109 h 924109"/>
                <a:gd name="connsiteX3" fmla="*/ 0 w 2203369"/>
                <a:gd name="connsiteY3" fmla="*/ 924109 h 924109"/>
                <a:gd name="connsiteX4" fmla="*/ 0 w 2203369"/>
                <a:gd name="connsiteY4" fmla="*/ 0 h 92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3369" h="924109">
                  <a:moveTo>
                    <a:pt x="0" y="0"/>
                  </a:moveTo>
                  <a:lnTo>
                    <a:pt x="2203369" y="0"/>
                  </a:lnTo>
                  <a:lnTo>
                    <a:pt x="2203369" y="924109"/>
                  </a:lnTo>
                  <a:lnTo>
                    <a:pt x="0" y="9241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875" tIns="142875" rIns="142875" bIns="142875" numCol="1" spcCol="1270" anchor="ctr" anchorCtr="0">
              <a:noAutofit/>
            </a:bodyPr>
            <a:lstStyle/>
            <a:p>
              <a:pPr marL="0" lvl="0" indent="0" algn="l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Q4 2025: Software update with new features</a:t>
              </a: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D178D346-5A9A-AB99-4A9F-52A20D46479B}"/>
                </a:ext>
              </a:extLst>
            </p:cNvPr>
            <p:cNvSpPr/>
            <p:nvPr/>
          </p:nvSpPr>
          <p:spPr>
            <a:xfrm>
              <a:off x="10293209" y="3540569"/>
              <a:ext cx="0" cy="948340"/>
            </a:xfrm>
            <a:prstGeom prst="line">
              <a:avLst/>
            </a:prstGeom>
            <a:gradFill rotWithShape="0">
              <a:gsLst>
                <a:gs pos="0">
                  <a:schemeClr val="accent5">
                    <a:tint val="94000"/>
                    <a:satMod val="103000"/>
                    <a:lumMod val="102000"/>
                  </a:schemeClr>
                </a:gs>
                <a:gs pos="50000">
                  <a:schemeClr val="accent5">
                    <a:shade val="100000"/>
                    <a:satMod val="110000"/>
                    <a:lumMod val="100000"/>
                  </a:schemeClr>
                </a:gs>
                <a:gs pos="100000">
                  <a:schemeClr val="accent5">
                    <a:shade val="78000"/>
                    <a:satMod val="120000"/>
                    <a:lumMod val="99000"/>
                  </a:schemeClr>
                </a:gs>
              </a:gsLst>
              <a:lin ang="5400000" scaled="0"/>
            </a:gradFill>
            <a:ln w="6350" cap="flat" cmpd="sng" algn="ctr">
              <a:solidFill>
                <a:schemeClr val="accent5">
                  <a:hueOff val="0"/>
                  <a:satOff val="0"/>
                  <a:lumOff val="0"/>
                  <a:alphaOff val="0"/>
                </a:schemeClr>
              </a:solidFill>
              <a:prstDash val="dash"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1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FC63F8-445E-2B99-8D47-56F5A561BA87}"/>
                </a:ext>
              </a:extLst>
            </p:cNvPr>
            <p:cNvSpPr/>
            <p:nvPr/>
          </p:nvSpPr>
          <p:spPr>
            <a:xfrm>
              <a:off x="10223478" y="3359269"/>
              <a:ext cx="139461" cy="139461"/>
            </a:xfrm>
            <a:prstGeom prst="ellipse">
              <a:avLst/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9525" cap="flat" cmpd="sng" algn="ctr">
              <a:noFill/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2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9CFE05D-8E17-8B10-4A95-6A4232C9FC32}"/>
              </a:ext>
            </a:extLst>
          </p:cNvPr>
          <p:cNvSpPr txBox="1"/>
          <p:nvPr/>
        </p:nvSpPr>
        <p:spPr>
          <a:xfrm>
            <a:off x="48771" y="-76523"/>
            <a:ext cx="5245197" cy="1179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When Can You Get It?</a:t>
            </a:r>
          </a:p>
        </p:txBody>
      </p:sp>
    </p:spTree>
    <p:extLst>
      <p:ext uri="{BB962C8B-B14F-4D97-AF65-F5344CB8AC3E}">
        <p14:creationId xmlns:p14="http://schemas.microsoft.com/office/powerpoint/2010/main" val="319590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1">
                <a:lumMod val="75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CFE05D-8E17-8B10-4A95-6A4232C9FC32}"/>
              </a:ext>
            </a:extLst>
          </p:cNvPr>
          <p:cNvSpPr txBox="1"/>
          <p:nvPr/>
        </p:nvSpPr>
        <p:spPr>
          <a:xfrm>
            <a:off x="680321" y="2063262"/>
            <a:ext cx="3739279" cy="26610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atin typeface="+mj-lt"/>
                <a:ea typeface="+mj-ea"/>
                <a:cs typeface="+mj-cs"/>
              </a:rPr>
              <a:t>Thank You!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295C124F-FAD7-5EB8-4E8E-ADA656E6AB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8285818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0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131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Kadhiravan Jayachandiran</dc:creator>
  <cp:lastModifiedBy>Kadhiravan Jayachandiran</cp:lastModifiedBy>
  <cp:revision>9</cp:revision>
  <dcterms:created xsi:type="dcterms:W3CDTF">2025-03-28T08:05:12Z</dcterms:created>
  <dcterms:modified xsi:type="dcterms:W3CDTF">2025-03-28T13:58:05Z</dcterms:modified>
</cp:coreProperties>
</file>