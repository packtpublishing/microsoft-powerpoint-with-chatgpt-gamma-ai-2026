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719"/>
  </p:normalViewPr>
  <p:slideViewPr>
    <p:cSldViewPr snapToGrid="0">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B71FA3-D912-4DE0-90D4-029A9D8F2B6D}"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F4E019-2E6C-4774-B18E-8F7D5943E9AD}">
      <dgm:prSet/>
      <dgm:spPr/>
      <dgm:t>
        <a:bodyPr/>
        <a:lstStyle/>
        <a:p>
          <a:pPr>
            <a:defRPr cap="all"/>
          </a:pPr>
          <a:r>
            <a:rPr lang="en-IN"/>
            <a:t>Smart home devices are fragmented—too many apps, no seamless integration </a:t>
          </a:r>
          <a:endParaRPr lang="en-US"/>
        </a:p>
      </dgm:t>
    </dgm:pt>
    <dgm:pt modelId="{2F4970C1-0AF0-4260-BF3C-AD9A53500592}" type="parTrans" cxnId="{C3560CD7-91E7-4DF9-B001-B538C3AFB76B}">
      <dgm:prSet/>
      <dgm:spPr/>
      <dgm:t>
        <a:bodyPr/>
        <a:lstStyle/>
        <a:p>
          <a:endParaRPr lang="en-US"/>
        </a:p>
      </dgm:t>
    </dgm:pt>
    <dgm:pt modelId="{550EB2FA-C845-413A-9FE8-5D62BE1BE9DF}" type="sibTrans" cxnId="{C3560CD7-91E7-4DF9-B001-B538C3AFB76B}">
      <dgm:prSet/>
      <dgm:spPr/>
      <dgm:t>
        <a:bodyPr/>
        <a:lstStyle/>
        <a:p>
          <a:endParaRPr lang="en-US"/>
        </a:p>
      </dgm:t>
    </dgm:pt>
    <dgm:pt modelId="{7B5DA98A-895D-420F-89B5-A01077C90C67}">
      <dgm:prSet/>
      <dgm:spPr/>
      <dgm:t>
        <a:bodyPr/>
        <a:lstStyle/>
        <a:p>
          <a:pPr>
            <a:defRPr cap="all"/>
          </a:pPr>
          <a:r>
            <a:rPr lang="en-IN"/>
            <a:t>Users crave simplicity without sacrificing functionality</a:t>
          </a:r>
          <a:endParaRPr lang="en-US"/>
        </a:p>
      </dgm:t>
    </dgm:pt>
    <dgm:pt modelId="{ECF96AC3-015F-4338-A489-87EE30E4BED0}" type="parTrans" cxnId="{80C57E67-549B-4281-9AC5-419E517629C1}">
      <dgm:prSet/>
      <dgm:spPr/>
      <dgm:t>
        <a:bodyPr/>
        <a:lstStyle/>
        <a:p>
          <a:endParaRPr lang="en-US"/>
        </a:p>
      </dgm:t>
    </dgm:pt>
    <dgm:pt modelId="{59C252F9-2FA0-4783-9D84-3729C75291B1}" type="sibTrans" cxnId="{80C57E67-549B-4281-9AC5-419E517629C1}">
      <dgm:prSet/>
      <dgm:spPr/>
      <dgm:t>
        <a:bodyPr/>
        <a:lstStyle/>
        <a:p>
          <a:endParaRPr lang="en-US"/>
        </a:p>
      </dgm:t>
    </dgm:pt>
    <dgm:pt modelId="{DF9073AB-FB37-4936-B96A-8EF3023678ED}">
      <dgm:prSet/>
      <dgm:spPr/>
      <dgm:t>
        <a:bodyPr/>
        <a:lstStyle/>
        <a:p>
          <a:pPr>
            <a:defRPr cap="all"/>
          </a:pPr>
          <a:r>
            <a:rPr lang="en-IN"/>
            <a:t>Current solutions lack advanced AI personalization</a:t>
          </a:r>
          <a:endParaRPr lang="en-US"/>
        </a:p>
      </dgm:t>
    </dgm:pt>
    <dgm:pt modelId="{8C3DB48B-BB62-487A-B868-057002596C64}" type="parTrans" cxnId="{29695A91-14D9-49DE-8D22-05D0C65C2B3E}">
      <dgm:prSet/>
      <dgm:spPr/>
      <dgm:t>
        <a:bodyPr/>
        <a:lstStyle/>
        <a:p>
          <a:endParaRPr lang="en-US"/>
        </a:p>
      </dgm:t>
    </dgm:pt>
    <dgm:pt modelId="{7AB27CD8-A266-4D78-ACA8-761CEFFAFDBF}" type="sibTrans" cxnId="{29695A91-14D9-49DE-8D22-05D0C65C2B3E}">
      <dgm:prSet/>
      <dgm:spPr/>
      <dgm:t>
        <a:bodyPr/>
        <a:lstStyle/>
        <a:p>
          <a:endParaRPr lang="en-US"/>
        </a:p>
      </dgm:t>
    </dgm:pt>
    <dgm:pt modelId="{72152ED7-1FAF-426E-87F3-9977560E290E}" type="pres">
      <dgm:prSet presAssocID="{62B71FA3-D912-4DE0-90D4-029A9D8F2B6D}" presName="root" presStyleCnt="0">
        <dgm:presLayoutVars>
          <dgm:dir/>
          <dgm:resizeHandles val="exact"/>
        </dgm:presLayoutVars>
      </dgm:prSet>
      <dgm:spPr/>
    </dgm:pt>
    <dgm:pt modelId="{975002FD-F8FC-46C0-B57C-96D8030B3584}" type="pres">
      <dgm:prSet presAssocID="{54F4E019-2E6C-4774-B18E-8F7D5943E9AD}" presName="compNode" presStyleCnt="0"/>
      <dgm:spPr/>
    </dgm:pt>
    <dgm:pt modelId="{7DC2656A-5678-437F-BC41-19C8A057BB8E}" type="pres">
      <dgm:prSet presAssocID="{54F4E019-2E6C-4774-B18E-8F7D5943E9AD}" presName="iconBgRect" presStyleLbl="bgShp" presStyleIdx="0" presStyleCnt="3"/>
      <dgm:spPr>
        <a:prstGeom prst="round2DiagRect">
          <a:avLst>
            <a:gd name="adj1" fmla="val 29727"/>
            <a:gd name="adj2" fmla="val 0"/>
          </a:avLst>
        </a:prstGeom>
      </dgm:spPr>
    </dgm:pt>
    <dgm:pt modelId="{4E580B63-72A3-47A4-BB00-260A59433A26}" type="pres">
      <dgm:prSet presAssocID="{54F4E019-2E6C-4774-B18E-8F7D5943E9A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79D4972F-540D-4133-B7A4-08E77C76C870}" type="pres">
      <dgm:prSet presAssocID="{54F4E019-2E6C-4774-B18E-8F7D5943E9AD}" presName="spaceRect" presStyleCnt="0"/>
      <dgm:spPr/>
    </dgm:pt>
    <dgm:pt modelId="{066F4058-65EE-45C7-91D1-15CBDFB5D1CD}" type="pres">
      <dgm:prSet presAssocID="{54F4E019-2E6C-4774-B18E-8F7D5943E9AD}" presName="textRect" presStyleLbl="revTx" presStyleIdx="0" presStyleCnt="3">
        <dgm:presLayoutVars>
          <dgm:chMax val="1"/>
          <dgm:chPref val="1"/>
        </dgm:presLayoutVars>
      </dgm:prSet>
      <dgm:spPr/>
    </dgm:pt>
    <dgm:pt modelId="{646F6634-0FCE-4907-91C0-A384501FFDA5}" type="pres">
      <dgm:prSet presAssocID="{550EB2FA-C845-413A-9FE8-5D62BE1BE9DF}" presName="sibTrans" presStyleCnt="0"/>
      <dgm:spPr/>
    </dgm:pt>
    <dgm:pt modelId="{4D28F3D4-1BAF-449C-8639-5E0D7C79E9CC}" type="pres">
      <dgm:prSet presAssocID="{7B5DA98A-895D-420F-89B5-A01077C90C67}" presName="compNode" presStyleCnt="0"/>
      <dgm:spPr/>
    </dgm:pt>
    <dgm:pt modelId="{26750ED0-C0D2-4C8C-AC59-D1CE3D6F8EE5}" type="pres">
      <dgm:prSet presAssocID="{7B5DA98A-895D-420F-89B5-A01077C90C67}" presName="iconBgRect" presStyleLbl="bgShp" presStyleIdx="1" presStyleCnt="3"/>
      <dgm:spPr>
        <a:prstGeom prst="round2DiagRect">
          <a:avLst>
            <a:gd name="adj1" fmla="val 29727"/>
            <a:gd name="adj2" fmla="val 0"/>
          </a:avLst>
        </a:prstGeom>
      </dgm:spPr>
    </dgm:pt>
    <dgm:pt modelId="{D8BD554F-B030-4EB4-B3E3-F6A23C65B9E5}" type="pres">
      <dgm:prSet presAssocID="{7B5DA98A-895D-420F-89B5-A01077C90C6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art Phone"/>
        </a:ext>
      </dgm:extLst>
    </dgm:pt>
    <dgm:pt modelId="{9F7AF9D0-C952-44EB-B836-20DAD54950C0}" type="pres">
      <dgm:prSet presAssocID="{7B5DA98A-895D-420F-89B5-A01077C90C67}" presName="spaceRect" presStyleCnt="0"/>
      <dgm:spPr/>
    </dgm:pt>
    <dgm:pt modelId="{07B6AD5E-94E2-42DC-BF8F-C7FFB575E62D}" type="pres">
      <dgm:prSet presAssocID="{7B5DA98A-895D-420F-89B5-A01077C90C67}" presName="textRect" presStyleLbl="revTx" presStyleIdx="1" presStyleCnt="3">
        <dgm:presLayoutVars>
          <dgm:chMax val="1"/>
          <dgm:chPref val="1"/>
        </dgm:presLayoutVars>
      </dgm:prSet>
      <dgm:spPr/>
    </dgm:pt>
    <dgm:pt modelId="{16D949A9-2E7E-4E58-A015-E26096B67009}" type="pres">
      <dgm:prSet presAssocID="{59C252F9-2FA0-4783-9D84-3729C75291B1}" presName="sibTrans" presStyleCnt="0"/>
      <dgm:spPr/>
    </dgm:pt>
    <dgm:pt modelId="{55CB48AA-18CF-40E2-87CE-C687FEC2EB4F}" type="pres">
      <dgm:prSet presAssocID="{DF9073AB-FB37-4936-B96A-8EF3023678ED}" presName="compNode" presStyleCnt="0"/>
      <dgm:spPr/>
    </dgm:pt>
    <dgm:pt modelId="{B9D239D7-69B2-495C-8A56-90F8E422D43D}" type="pres">
      <dgm:prSet presAssocID="{DF9073AB-FB37-4936-B96A-8EF3023678ED}" presName="iconBgRect" presStyleLbl="bgShp" presStyleIdx="2" presStyleCnt="3"/>
      <dgm:spPr>
        <a:prstGeom prst="round2DiagRect">
          <a:avLst>
            <a:gd name="adj1" fmla="val 29727"/>
            <a:gd name="adj2" fmla="val 0"/>
          </a:avLst>
        </a:prstGeom>
      </dgm:spPr>
    </dgm:pt>
    <dgm:pt modelId="{964BB55E-14E2-403E-AD19-927E163DB5BF}" type="pres">
      <dgm:prSet presAssocID="{DF9073AB-FB37-4936-B96A-8EF3023678E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999EC58A-5D70-4D4B-877A-87E0174760BB}" type="pres">
      <dgm:prSet presAssocID="{DF9073AB-FB37-4936-B96A-8EF3023678ED}" presName="spaceRect" presStyleCnt="0"/>
      <dgm:spPr/>
    </dgm:pt>
    <dgm:pt modelId="{C5E2B437-084C-48F6-8C68-A0EB929EA9CC}" type="pres">
      <dgm:prSet presAssocID="{DF9073AB-FB37-4936-B96A-8EF3023678ED}" presName="textRect" presStyleLbl="revTx" presStyleIdx="2" presStyleCnt="3">
        <dgm:presLayoutVars>
          <dgm:chMax val="1"/>
          <dgm:chPref val="1"/>
        </dgm:presLayoutVars>
      </dgm:prSet>
      <dgm:spPr/>
    </dgm:pt>
  </dgm:ptLst>
  <dgm:cxnLst>
    <dgm:cxn modelId="{59314201-4CBF-4027-B115-A385F2422228}" type="presOf" srcId="{54F4E019-2E6C-4774-B18E-8F7D5943E9AD}" destId="{066F4058-65EE-45C7-91D1-15CBDFB5D1CD}" srcOrd="0" destOrd="0" presId="urn:microsoft.com/office/officeart/2018/5/layout/IconLeafLabelList"/>
    <dgm:cxn modelId="{80C57E67-549B-4281-9AC5-419E517629C1}" srcId="{62B71FA3-D912-4DE0-90D4-029A9D8F2B6D}" destId="{7B5DA98A-895D-420F-89B5-A01077C90C67}" srcOrd="1" destOrd="0" parTransId="{ECF96AC3-015F-4338-A489-87EE30E4BED0}" sibTransId="{59C252F9-2FA0-4783-9D84-3729C75291B1}"/>
    <dgm:cxn modelId="{29695A91-14D9-49DE-8D22-05D0C65C2B3E}" srcId="{62B71FA3-D912-4DE0-90D4-029A9D8F2B6D}" destId="{DF9073AB-FB37-4936-B96A-8EF3023678ED}" srcOrd="2" destOrd="0" parTransId="{8C3DB48B-BB62-487A-B868-057002596C64}" sibTransId="{7AB27CD8-A266-4D78-ACA8-761CEFFAFDBF}"/>
    <dgm:cxn modelId="{52634496-CE6A-4564-81D9-E36AC4351B85}" type="presOf" srcId="{DF9073AB-FB37-4936-B96A-8EF3023678ED}" destId="{C5E2B437-084C-48F6-8C68-A0EB929EA9CC}" srcOrd="0" destOrd="0" presId="urn:microsoft.com/office/officeart/2018/5/layout/IconLeafLabelList"/>
    <dgm:cxn modelId="{EEDB18A9-72D6-464B-B6CB-E8DB652C00FD}" type="presOf" srcId="{62B71FA3-D912-4DE0-90D4-029A9D8F2B6D}" destId="{72152ED7-1FAF-426E-87F3-9977560E290E}" srcOrd="0" destOrd="0" presId="urn:microsoft.com/office/officeart/2018/5/layout/IconLeafLabelList"/>
    <dgm:cxn modelId="{C3560CD7-91E7-4DF9-B001-B538C3AFB76B}" srcId="{62B71FA3-D912-4DE0-90D4-029A9D8F2B6D}" destId="{54F4E019-2E6C-4774-B18E-8F7D5943E9AD}" srcOrd="0" destOrd="0" parTransId="{2F4970C1-0AF0-4260-BF3C-AD9A53500592}" sibTransId="{550EB2FA-C845-413A-9FE8-5D62BE1BE9DF}"/>
    <dgm:cxn modelId="{B40901DC-1C4C-4389-9F7F-425D79FAC3B0}" type="presOf" srcId="{7B5DA98A-895D-420F-89B5-A01077C90C67}" destId="{07B6AD5E-94E2-42DC-BF8F-C7FFB575E62D}" srcOrd="0" destOrd="0" presId="urn:microsoft.com/office/officeart/2018/5/layout/IconLeafLabelList"/>
    <dgm:cxn modelId="{A844E43C-6B91-494F-BDFA-F2790C8977A1}" type="presParOf" srcId="{72152ED7-1FAF-426E-87F3-9977560E290E}" destId="{975002FD-F8FC-46C0-B57C-96D8030B3584}" srcOrd="0" destOrd="0" presId="urn:microsoft.com/office/officeart/2018/5/layout/IconLeafLabelList"/>
    <dgm:cxn modelId="{34CBC07C-4F11-4621-B7EE-948CA3FE4A03}" type="presParOf" srcId="{975002FD-F8FC-46C0-B57C-96D8030B3584}" destId="{7DC2656A-5678-437F-BC41-19C8A057BB8E}" srcOrd="0" destOrd="0" presId="urn:microsoft.com/office/officeart/2018/5/layout/IconLeafLabelList"/>
    <dgm:cxn modelId="{166FB9F2-6C80-4546-8840-EFF95B331E85}" type="presParOf" srcId="{975002FD-F8FC-46C0-B57C-96D8030B3584}" destId="{4E580B63-72A3-47A4-BB00-260A59433A26}" srcOrd="1" destOrd="0" presId="urn:microsoft.com/office/officeart/2018/5/layout/IconLeafLabelList"/>
    <dgm:cxn modelId="{7A075257-88F6-4444-92C6-0DC3B29C703E}" type="presParOf" srcId="{975002FD-F8FC-46C0-B57C-96D8030B3584}" destId="{79D4972F-540D-4133-B7A4-08E77C76C870}" srcOrd="2" destOrd="0" presId="urn:microsoft.com/office/officeart/2018/5/layout/IconLeafLabelList"/>
    <dgm:cxn modelId="{3D705D50-44D8-40A4-B372-31D8C905FD1B}" type="presParOf" srcId="{975002FD-F8FC-46C0-B57C-96D8030B3584}" destId="{066F4058-65EE-45C7-91D1-15CBDFB5D1CD}" srcOrd="3" destOrd="0" presId="urn:microsoft.com/office/officeart/2018/5/layout/IconLeafLabelList"/>
    <dgm:cxn modelId="{F0BD64BD-66EC-487A-9E1F-9DBE2293E504}" type="presParOf" srcId="{72152ED7-1FAF-426E-87F3-9977560E290E}" destId="{646F6634-0FCE-4907-91C0-A384501FFDA5}" srcOrd="1" destOrd="0" presId="urn:microsoft.com/office/officeart/2018/5/layout/IconLeafLabelList"/>
    <dgm:cxn modelId="{F105E278-E64A-4AF5-9506-D328ED597FB0}" type="presParOf" srcId="{72152ED7-1FAF-426E-87F3-9977560E290E}" destId="{4D28F3D4-1BAF-449C-8639-5E0D7C79E9CC}" srcOrd="2" destOrd="0" presId="urn:microsoft.com/office/officeart/2018/5/layout/IconLeafLabelList"/>
    <dgm:cxn modelId="{9003FBB4-E2CD-43A7-99B6-277BEA22AB3F}" type="presParOf" srcId="{4D28F3D4-1BAF-449C-8639-5E0D7C79E9CC}" destId="{26750ED0-C0D2-4C8C-AC59-D1CE3D6F8EE5}" srcOrd="0" destOrd="0" presId="urn:microsoft.com/office/officeart/2018/5/layout/IconLeafLabelList"/>
    <dgm:cxn modelId="{B27CC9C3-A37A-4E49-A8CC-394DF9AD3172}" type="presParOf" srcId="{4D28F3D4-1BAF-449C-8639-5E0D7C79E9CC}" destId="{D8BD554F-B030-4EB4-B3E3-F6A23C65B9E5}" srcOrd="1" destOrd="0" presId="urn:microsoft.com/office/officeart/2018/5/layout/IconLeafLabelList"/>
    <dgm:cxn modelId="{960F6479-2C88-4CB7-9A2F-E9ADA9A357C8}" type="presParOf" srcId="{4D28F3D4-1BAF-449C-8639-5E0D7C79E9CC}" destId="{9F7AF9D0-C952-44EB-B836-20DAD54950C0}" srcOrd="2" destOrd="0" presId="urn:microsoft.com/office/officeart/2018/5/layout/IconLeafLabelList"/>
    <dgm:cxn modelId="{AC863E27-5834-47F6-B321-3F6EF6135069}" type="presParOf" srcId="{4D28F3D4-1BAF-449C-8639-5E0D7C79E9CC}" destId="{07B6AD5E-94E2-42DC-BF8F-C7FFB575E62D}" srcOrd="3" destOrd="0" presId="urn:microsoft.com/office/officeart/2018/5/layout/IconLeafLabelList"/>
    <dgm:cxn modelId="{DFADA6F3-7BB8-4E25-8890-11F24B2F596C}" type="presParOf" srcId="{72152ED7-1FAF-426E-87F3-9977560E290E}" destId="{16D949A9-2E7E-4E58-A015-E26096B67009}" srcOrd="3" destOrd="0" presId="urn:microsoft.com/office/officeart/2018/5/layout/IconLeafLabelList"/>
    <dgm:cxn modelId="{5E2DD1C6-2766-49E0-8003-00A7B9CEA1DA}" type="presParOf" srcId="{72152ED7-1FAF-426E-87F3-9977560E290E}" destId="{55CB48AA-18CF-40E2-87CE-C687FEC2EB4F}" srcOrd="4" destOrd="0" presId="urn:microsoft.com/office/officeart/2018/5/layout/IconLeafLabelList"/>
    <dgm:cxn modelId="{79680A66-B01D-45FB-83F6-F427ED061D82}" type="presParOf" srcId="{55CB48AA-18CF-40E2-87CE-C687FEC2EB4F}" destId="{B9D239D7-69B2-495C-8A56-90F8E422D43D}" srcOrd="0" destOrd="0" presId="urn:microsoft.com/office/officeart/2018/5/layout/IconLeafLabelList"/>
    <dgm:cxn modelId="{9C225D91-619F-494A-8793-596F87F982B7}" type="presParOf" srcId="{55CB48AA-18CF-40E2-87CE-C687FEC2EB4F}" destId="{964BB55E-14E2-403E-AD19-927E163DB5BF}" srcOrd="1" destOrd="0" presId="urn:microsoft.com/office/officeart/2018/5/layout/IconLeafLabelList"/>
    <dgm:cxn modelId="{69DE7F4A-1186-463A-8DC2-574E9F5B2595}" type="presParOf" srcId="{55CB48AA-18CF-40E2-87CE-C687FEC2EB4F}" destId="{999EC58A-5D70-4D4B-877A-87E0174760BB}" srcOrd="2" destOrd="0" presId="urn:microsoft.com/office/officeart/2018/5/layout/IconLeafLabelList"/>
    <dgm:cxn modelId="{E22805F3-3F75-46D5-83FE-6C353720BCD0}" type="presParOf" srcId="{55CB48AA-18CF-40E2-87CE-C687FEC2EB4F}" destId="{C5E2B437-084C-48F6-8C68-A0EB929EA9CC}"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12B897-9DD4-4092-A458-3FB34D12F80F}" type="doc">
      <dgm:prSet loTypeId="urn:microsoft.com/office/officeart/2017/3/layout/HorizontalPathTimeline" loCatId="process" qsTypeId="urn:microsoft.com/office/officeart/2005/8/quickstyle/simple5" qsCatId="simple" csTypeId="urn:microsoft.com/office/officeart/2005/8/colors/colorful1" csCatId="colorful" phldr="1"/>
      <dgm:spPr/>
      <dgm:t>
        <a:bodyPr/>
        <a:lstStyle/>
        <a:p>
          <a:endParaRPr lang="en-US"/>
        </a:p>
      </dgm:t>
    </dgm:pt>
    <dgm:pt modelId="{8730B054-1249-42FB-B824-1D00D27F8E9F}">
      <dgm:prSet/>
      <dgm:spPr/>
      <dgm:t>
        <a:bodyPr/>
        <a:lstStyle/>
        <a:p>
          <a:pPr>
            <a:defRPr b="1"/>
          </a:pPr>
          <a:r>
            <a:rPr lang="en-US"/>
            <a:t>Apr. 2025</a:t>
          </a:r>
        </a:p>
      </dgm:t>
    </dgm:pt>
    <dgm:pt modelId="{74CFA792-71E6-44BC-97E0-43EB44D8CDDD}" type="parTrans" cxnId="{B0ADD74C-7FA7-4B1C-B4E9-FA17CDDFA158}">
      <dgm:prSet/>
      <dgm:spPr/>
      <dgm:t>
        <a:bodyPr/>
        <a:lstStyle/>
        <a:p>
          <a:endParaRPr lang="en-US"/>
        </a:p>
      </dgm:t>
    </dgm:pt>
    <dgm:pt modelId="{C46703AD-7368-4C00-9EC2-15EF806E5E9E}" type="sibTrans" cxnId="{B0ADD74C-7FA7-4B1C-B4E9-FA17CDDFA158}">
      <dgm:prSet/>
      <dgm:spPr/>
      <dgm:t>
        <a:bodyPr/>
        <a:lstStyle/>
        <a:p>
          <a:endParaRPr lang="en-US"/>
        </a:p>
      </dgm:t>
    </dgm:pt>
    <dgm:pt modelId="{D05933A2-78BE-43B1-9435-A37652EFC726}">
      <dgm:prSet/>
      <dgm:spPr/>
      <dgm:t>
        <a:bodyPr/>
        <a:lstStyle/>
        <a:p>
          <a:r>
            <a:rPr lang="en-US"/>
            <a:t>Pre-orders open</a:t>
          </a:r>
        </a:p>
      </dgm:t>
    </dgm:pt>
    <dgm:pt modelId="{D8554EC0-C5A6-4146-BEED-5D6004D81A66}" type="parTrans" cxnId="{6BE5B782-DA70-4AB2-B317-FDEB8C00480A}">
      <dgm:prSet/>
      <dgm:spPr/>
      <dgm:t>
        <a:bodyPr/>
        <a:lstStyle/>
        <a:p>
          <a:endParaRPr lang="en-US"/>
        </a:p>
      </dgm:t>
    </dgm:pt>
    <dgm:pt modelId="{1581C46A-5DBB-464F-A273-A90097BEC792}" type="sibTrans" cxnId="{6BE5B782-DA70-4AB2-B317-FDEB8C00480A}">
      <dgm:prSet/>
      <dgm:spPr/>
      <dgm:t>
        <a:bodyPr/>
        <a:lstStyle/>
        <a:p>
          <a:endParaRPr lang="en-US"/>
        </a:p>
      </dgm:t>
    </dgm:pt>
    <dgm:pt modelId="{9F5827F0-972B-4B6C-A41B-F5124F09A6A3}">
      <dgm:prSet/>
      <dgm:spPr/>
      <dgm:t>
        <a:bodyPr/>
        <a:lstStyle/>
        <a:p>
          <a:pPr>
            <a:defRPr b="1"/>
          </a:pPr>
          <a:r>
            <a:rPr lang="en-US"/>
            <a:t>June 2025</a:t>
          </a:r>
        </a:p>
      </dgm:t>
    </dgm:pt>
    <dgm:pt modelId="{72B83536-0FCB-40BD-A347-82430F854AA5}" type="parTrans" cxnId="{349746CD-0933-4056-9D1F-2F18E91BFF52}">
      <dgm:prSet/>
      <dgm:spPr/>
      <dgm:t>
        <a:bodyPr/>
        <a:lstStyle/>
        <a:p>
          <a:endParaRPr lang="en-US"/>
        </a:p>
      </dgm:t>
    </dgm:pt>
    <dgm:pt modelId="{7B769CB1-CDB6-40C4-9E90-2951F66FC606}" type="sibTrans" cxnId="{349746CD-0933-4056-9D1F-2F18E91BFF52}">
      <dgm:prSet/>
      <dgm:spPr/>
      <dgm:t>
        <a:bodyPr/>
        <a:lstStyle/>
        <a:p>
          <a:endParaRPr lang="en-US"/>
        </a:p>
      </dgm:t>
    </dgm:pt>
    <dgm:pt modelId="{EFB5098D-8B1D-4650-8C3A-34F7EBC99445}">
      <dgm:prSet/>
      <dgm:spPr/>
      <dgm:t>
        <a:bodyPr/>
        <a:lstStyle/>
        <a:p>
          <a:r>
            <a:rPr lang="en-US"/>
            <a:t>Shipping begins in North America</a:t>
          </a:r>
        </a:p>
      </dgm:t>
    </dgm:pt>
    <dgm:pt modelId="{343E9B8A-2E58-44F0-981F-40D6E9864523}" type="parTrans" cxnId="{AC4AB77F-394F-416B-87C3-877A0FC9421C}">
      <dgm:prSet/>
      <dgm:spPr/>
      <dgm:t>
        <a:bodyPr/>
        <a:lstStyle/>
        <a:p>
          <a:endParaRPr lang="en-US"/>
        </a:p>
      </dgm:t>
    </dgm:pt>
    <dgm:pt modelId="{9AD516B2-3AAC-4DAA-873D-081742D84436}" type="sibTrans" cxnId="{AC4AB77F-394F-416B-87C3-877A0FC9421C}">
      <dgm:prSet/>
      <dgm:spPr/>
      <dgm:t>
        <a:bodyPr/>
        <a:lstStyle/>
        <a:p>
          <a:endParaRPr lang="en-US"/>
        </a:p>
      </dgm:t>
    </dgm:pt>
    <dgm:pt modelId="{B9491C7D-5328-4277-BE65-B42084547471}">
      <dgm:prSet/>
      <dgm:spPr/>
      <dgm:t>
        <a:bodyPr/>
        <a:lstStyle/>
        <a:p>
          <a:pPr>
            <a:defRPr b="1"/>
          </a:pPr>
          <a:r>
            <a:rPr lang="en-US"/>
            <a:t>2025</a:t>
          </a:r>
        </a:p>
      </dgm:t>
    </dgm:pt>
    <dgm:pt modelId="{FAFA8D51-7A81-4261-8B89-B77ED144AE2B}" type="parTrans" cxnId="{940D0AF0-0355-4F2A-9740-5012CE3BEC7A}">
      <dgm:prSet/>
      <dgm:spPr/>
      <dgm:t>
        <a:bodyPr/>
        <a:lstStyle/>
        <a:p>
          <a:endParaRPr lang="en-US"/>
        </a:p>
      </dgm:t>
    </dgm:pt>
    <dgm:pt modelId="{ECE5B918-3EC6-4164-91B3-2236152E7B65}" type="sibTrans" cxnId="{940D0AF0-0355-4F2A-9740-5012CE3BEC7A}">
      <dgm:prSet/>
      <dgm:spPr/>
      <dgm:t>
        <a:bodyPr/>
        <a:lstStyle/>
        <a:p>
          <a:endParaRPr lang="en-US"/>
        </a:p>
      </dgm:t>
    </dgm:pt>
    <dgm:pt modelId="{705D95CA-6BC9-4A0A-8ACB-4198F2BFFC35}">
      <dgm:prSet/>
      <dgm:spPr/>
      <dgm:t>
        <a:bodyPr/>
        <a:lstStyle/>
        <a:p>
          <a:r>
            <a:rPr lang="en-US"/>
            <a:t>Q3 2025: Global rollout (Europe, Asia) </a:t>
          </a:r>
        </a:p>
      </dgm:t>
    </dgm:pt>
    <dgm:pt modelId="{6547EF56-F463-4F67-8FBB-281954B55873}" type="parTrans" cxnId="{EC9114E0-3497-4E50-BBE7-3AF824CF4C11}">
      <dgm:prSet/>
      <dgm:spPr/>
      <dgm:t>
        <a:bodyPr/>
        <a:lstStyle/>
        <a:p>
          <a:endParaRPr lang="en-US"/>
        </a:p>
      </dgm:t>
    </dgm:pt>
    <dgm:pt modelId="{E822B692-78ED-4FD4-B73A-3CBE46664086}" type="sibTrans" cxnId="{EC9114E0-3497-4E50-BBE7-3AF824CF4C11}">
      <dgm:prSet/>
      <dgm:spPr/>
      <dgm:t>
        <a:bodyPr/>
        <a:lstStyle/>
        <a:p>
          <a:endParaRPr lang="en-US"/>
        </a:p>
      </dgm:t>
    </dgm:pt>
    <dgm:pt modelId="{03B64AFE-D5C5-4FF1-B282-470B8922C90B}">
      <dgm:prSet/>
      <dgm:spPr/>
      <dgm:t>
        <a:bodyPr/>
        <a:lstStyle/>
        <a:p>
          <a:pPr>
            <a:defRPr b="1"/>
          </a:pPr>
          <a:r>
            <a:rPr lang="en-US"/>
            <a:t>2025</a:t>
          </a:r>
        </a:p>
      </dgm:t>
    </dgm:pt>
    <dgm:pt modelId="{BF0713BD-F7EA-495F-AD7E-655CF5F63D4F}" type="parTrans" cxnId="{E61C535D-38C2-4C59-AB25-C0CE0FCC1208}">
      <dgm:prSet/>
      <dgm:spPr/>
      <dgm:t>
        <a:bodyPr/>
        <a:lstStyle/>
        <a:p>
          <a:endParaRPr lang="en-US"/>
        </a:p>
      </dgm:t>
    </dgm:pt>
    <dgm:pt modelId="{80387174-676D-4ABF-A6EE-73BEE83E340B}" type="sibTrans" cxnId="{E61C535D-38C2-4C59-AB25-C0CE0FCC1208}">
      <dgm:prSet/>
      <dgm:spPr/>
      <dgm:t>
        <a:bodyPr/>
        <a:lstStyle/>
        <a:p>
          <a:endParaRPr lang="en-US"/>
        </a:p>
      </dgm:t>
    </dgm:pt>
    <dgm:pt modelId="{9A4D897D-F821-4AB3-900B-702D77138ECA}">
      <dgm:prSet/>
      <dgm:spPr/>
      <dgm:t>
        <a:bodyPr/>
        <a:lstStyle/>
        <a:p>
          <a:r>
            <a:rPr lang="en-US"/>
            <a:t>Q4 2025: Software update with new features</a:t>
          </a:r>
        </a:p>
      </dgm:t>
    </dgm:pt>
    <dgm:pt modelId="{3317369B-8A91-4434-A774-78AE1BB8D4AB}" type="parTrans" cxnId="{1B008D22-2FF4-475D-AFA4-C284D8A7D49D}">
      <dgm:prSet/>
      <dgm:spPr/>
      <dgm:t>
        <a:bodyPr/>
        <a:lstStyle/>
        <a:p>
          <a:endParaRPr lang="en-US"/>
        </a:p>
      </dgm:t>
    </dgm:pt>
    <dgm:pt modelId="{0C93B85B-1780-41B3-811C-994E63E84898}" type="sibTrans" cxnId="{1B008D22-2FF4-475D-AFA4-C284D8A7D49D}">
      <dgm:prSet/>
      <dgm:spPr/>
      <dgm:t>
        <a:bodyPr/>
        <a:lstStyle/>
        <a:p>
          <a:endParaRPr lang="en-US"/>
        </a:p>
      </dgm:t>
    </dgm:pt>
    <dgm:pt modelId="{8C33ABCE-D022-2644-AB49-897B470F44E6}" type="pres">
      <dgm:prSet presAssocID="{6E12B897-9DD4-4092-A458-3FB34D12F80F}" presName="root" presStyleCnt="0">
        <dgm:presLayoutVars>
          <dgm:chMax/>
          <dgm:chPref/>
          <dgm:animLvl val="lvl"/>
        </dgm:presLayoutVars>
      </dgm:prSet>
      <dgm:spPr/>
    </dgm:pt>
    <dgm:pt modelId="{D0F985D5-55E2-6041-B7AD-A667A3FFDFE6}" type="pres">
      <dgm:prSet presAssocID="{6E12B897-9DD4-4092-A458-3FB34D12F80F}" presName="divider" presStyleLbl="node1" presStyleIdx="0" presStyleCnt="1"/>
      <dgm:spPr/>
    </dgm:pt>
    <dgm:pt modelId="{12A2ED16-7A49-1245-9342-B33A3A0CEB39}" type="pres">
      <dgm:prSet presAssocID="{6E12B897-9DD4-4092-A458-3FB34D12F80F}" presName="nodes" presStyleCnt="0">
        <dgm:presLayoutVars>
          <dgm:chMax/>
          <dgm:chPref/>
          <dgm:animLvl val="lvl"/>
        </dgm:presLayoutVars>
      </dgm:prSet>
      <dgm:spPr/>
    </dgm:pt>
    <dgm:pt modelId="{D079556D-0424-F94C-9E4D-6DAC21E5EA4F}" type="pres">
      <dgm:prSet presAssocID="{8730B054-1249-42FB-B824-1D00D27F8E9F}" presName="composite" presStyleCnt="0"/>
      <dgm:spPr/>
    </dgm:pt>
    <dgm:pt modelId="{93AFD8A2-7F00-1446-9D01-BC18C01EDB9B}" type="pres">
      <dgm:prSet presAssocID="{8730B054-1249-42FB-B824-1D00D27F8E9F}" presName="L1TextContainer" presStyleLbl="revTx" presStyleIdx="0" presStyleCnt="4">
        <dgm:presLayoutVars>
          <dgm:chMax val="1"/>
          <dgm:chPref val="1"/>
          <dgm:bulletEnabled val="1"/>
        </dgm:presLayoutVars>
      </dgm:prSet>
      <dgm:spPr/>
    </dgm:pt>
    <dgm:pt modelId="{B25D1901-BF9A-2A44-ACE4-4CBC4DE5B424}" type="pres">
      <dgm:prSet presAssocID="{8730B054-1249-42FB-B824-1D00D27F8E9F}" presName="L2TextContainerWrapper" presStyleCnt="0">
        <dgm:presLayoutVars>
          <dgm:chMax val="0"/>
          <dgm:chPref val="0"/>
          <dgm:bulletEnabled val="1"/>
        </dgm:presLayoutVars>
      </dgm:prSet>
      <dgm:spPr/>
    </dgm:pt>
    <dgm:pt modelId="{22C8D4E7-D4DF-B846-91F7-F5D7E8A94085}" type="pres">
      <dgm:prSet presAssocID="{8730B054-1249-42FB-B824-1D00D27F8E9F}" presName="L2TextContainer" presStyleLbl="bgAccFollowNode1" presStyleIdx="0" presStyleCnt="4"/>
      <dgm:spPr/>
    </dgm:pt>
    <dgm:pt modelId="{6278BF55-085F-5244-87EF-8021037980B4}" type="pres">
      <dgm:prSet presAssocID="{8730B054-1249-42FB-B824-1D00D27F8E9F}" presName="FlexibleEmptyPlaceHolder" presStyleCnt="0"/>
      <dgm:spPr/>
    </dgm:pt>
    <dgm:pt modelId="{7BD4B742-97BD-AB48-9CFD-9F1245F68C5F}" type="pres">
      <dgm:prSet presAssocID="{8730B054-1249-42FB-B824-1D00D27F8E9F}" presName="ConnectLine" presStyleLbl="alignNode1" presStyleIdx="0" presStyleCnt="4"/>
      <dgm:spPr>
        <a:gradFill rotWithShape="0">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w="6350" cap="flat" cmpd="sng" algn="ctr">
          <a:solidFill>
            <a:schemeClr val="accent2">
              <a:hueOff val="0"/>
              <a:satOff val="0"/>
              <a:lumOff val="0"/>
              <a:alphaOff val="0"/>
            </a:schemeClr>
          </a:solidFill>
          <a:prstDash val="dash"/>
        </a:ln>
        <a:effectLst>
          <a:outerShdw blurRad="57150" dist="19050" dir="5400000" algn="ctr" rotWithShape="0">
            <a:srgbClr val="000000">
              <a:alpha val="63000"/>
            </a:srgbClr>
          </a:outerShdw>
        </a:effectLst>
      </dgm:spPr>
    </dgm:pt>
    <dgm:pt modelId="{F3F679A8-A18F-074C-82BE-4783B905E82A}" type="pres">
      <dgm:prSet presAssocID="{8730B054-1249-42FB-B824-1D00D27F8E9F}" presName="ConnectorPoint" presStyleLbl="fgAcc1" presStyleIdx="0" presStyleCnt="4"/>
      <dgm:spPr>
        <a:solidFill>
          <a:schemeClr val="lt1">
            <a:alpha val="90000"/>
            <a:hueOff val="0"/>
            <a:satOff val="0"/>
            <a:lumOff val="0"/>
            <a:alphaOff val="0"/>
          </a:schemeClr>
        </a:solidFill>
        <a:ln w="9525" cap="flat" cmpd="sng" algn="ctr">
          <a:noFill/>
          <a:prstDash val="solid"/>
        </a:ln>
        <a:effectLst/>
      </dgm:spPr>
    </dgm:pt>
    <dgm:pt modelId="{FD1D6F15-AFCE-D640-948B-F4C973F5647A}" type="pres">
      <dgm:prSet presAssocID="{8730B054-1249-42FB-B824-1D00D27F8E9F}" presName="EmptyPlaceHolder" presStyleCnt="0"/>
      <dgm:spPr/>
    </dgm:pt>
    <dgm:pt modelId="{1B535C44-2838-EC4B-B5E7-CD88DCE58337}" type="pres">
      <dgm:prSet presAssocID="{C46703AD-7368-4C00-9EC2-15EF806E5E9E}" presName="spaceBetweenRectangles" presStyleCnt="0"/>
      <dgm:spPr/>
    </dgm:pt>
    <dgm:pt modelId="{2CB8E50A-F1A4-CC4C-9476-971020A44B3F}" type="pres">
      <dgm:prSet presAssocID="{9F5827F0-972B-4B6C-A41B-F5124F09A6A3}" presName="composite" presStyleCnt="0"/>
      <dgm:spPr/>
    </dgm:pt>
    <dgm:pt modelId="{4B09CD24-B1F2-7D46-B5F2-B885CA95CD3C}" type="pres">
      <dgm:prSet presAssocID="{9F5827F0-972B-4B6C-A41B-F5124F09A6A3}" presName="L1TextContainer" presStyleLbl="revTx" presStyleIdx="1" presStyleCnt="4">
        <dgm:presLayoutVars>
          <dgm:chMax val="1"/>
          <dgm:chPref val="1"/>
          <dgm:bulletEnabled val="1"/>
        </dgm:presLayoutVars>
      </dgm:prSet>
      <dgm:spPr/>
    </dgm:pt>
    <dgm:pt modelId="{AA84F660-A6BE-3448-A586-388A5A455DB5}" type="pres">
      <dgm:prSet presAssocID="{9F5827F0-972B-4B6C-A41B-F5124F09A6A3}" presName="L2TextContainerWrapper" presStyleCnt="0">
        <dgm:presLayoutVars>
          <dgm:chMax val="0"/>
          <dgm:chPref val="0"/>
          <dgm:bulletEnabled val="1"/>
        </dgm:presLayoutVars>
      </dgm:prSet>
      <dgm:spPr/>
    </dgm:pt>
    <dgm:pt modelId="{780E6E1C-83F7-F54C-8FD5-E36B189F2DD6}" type="pres">
      <dgm:prSet presAssocID="{9F5827F0-972B-4B6C-A41B-F5124F09A6A3}" presName="L2TextContainer" presStyleLbl="bgAccFollowNode1" presStyleIdx="1" presStyleCnt="4"/>
      <dgm:spPr/>
    </dgm:pt>
    <dgm:pt modelId="{00E8514A-1EA7-FD4B-9ED1-0BF4DD5567FB}" type="pres">
      <dgm:prSet presAssocID="{9F5827F0-972B-4B6C-A41B-F5124F09A6A3}" presName="FlexibleEmptyPlaceHolder" presStyleCnt="0"/>
      <dgm:spPr/>
    </dgm:pt>
    <dgm:pt modelId="{18CD6810-2394-9648-AC63-4369DCC9FB7C}" type="pres">
      <dgm:prSet presAssocID="{9F5827F0-972B-4B6C-A41B-F5124F09A6A3}" presName="ConnectLine" presStyleLbl="alignNode1" presStyleIdx="1" presStyleCnt="4"/>
      <dgm:spPr>
        <a:gradFill rotWithShape="0">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6350" cap="flat" cmpd="sng" algn="ctr">
          <a:solidFill>
            <a:schemeClr val="accent3">
              <a:hueOff val="0"/>
              <a:satOff val="0"/>
              <a:lumOff val="0"/>
              <a:alphaOff val="0"/>
            </a:schemeClr>
          </a:solidFill>
          <a:prstDash val="dash"/>
        </a:ln>
        <a:effectLst>
          <a:outerShdw blurRad="57150" dist="19050" dir="5400000" algn="ctr" rotWithShape="0">
            <a:srgbClr val="000000">
              <a:alpha val="63000"/>
            </a:srgbClr>
          </a:outerShdw>
        </a:effectLst>
      </dgm:spPr>
    </dgm:pt>
    <dgm:pt modelId="{0E3DFA9E-5CEF-7740-8BC7-BD6DC91E4250}" type="pres">
      <dgm:prSet presAssocID="{9F5827F0-972B-4B6C-A41B-F5124F09A6A3}" presName="ConnectorPoint" presStyleLbl="fgAcc1" presStyleIdx="1" presStyleCnt="4"/>
      <dgm:spPr>
        <a:solidFill>
          <a:schemeClr val="lt1">
            <a:alpha val="90000"/>
            <a:hueOff val="0"/>
            <a:satOff val="0"/>
            <a:lumOff val="0"/>
            <a:alphaOff val="0"/>
          </a:schemeClr>
        </a:solidFill>
        <a:ln w="9525" cap="flat" cmpd="sng" algn="ctr">
          <a:noFill/>
          <a:prstDash val="solid"/>
        </a:ln>
        <a:effectLst/>
      </dgm:spPr>
    </dgm:pt>
    <dgm:pt modelId="{718250AE-FC7C-C349-B271-7E2002DCF9BC}" type="pres">
      <dgm:prSet presAssocID="{9F5827F0-972B-4B6C-A41B-F5124F09A6A3}" presName="EmptyPlaceHolder" presStyleCnt="0"/>
      <dgm:spPr/>
    </dgm:pt>
    <dgm:pt modelId="{B539EB7D-48D7-2D44-87BE-D316F15A03DF}" type="pres">
      <dgm:prSet presAssocID="{7B769CB1-CDB6-40C4-9E90-2951F66FC606}" presName="spaceBetweenRectangles" presStyleCnt="0"/>
      <dgm:spPr/>
    </dgm:pt>
    <dgm:pt modelId="{558009DA-D293-8F42-869D-8DE2264A431F}" type="pres">
      <dgm:prSet presAssocID="{B9491C7D-5328-4277-BE65-B42084547471}" presName="composite" presStyleCnt="0"/>
      <dgm:spPr/>
    </dgm:pt>
    <dgm:pt modelId="{242FAEEF-76D2-E04D-BCE6-DD994F5CA7E8}" type="pres">
      <dgm:prSet presAssocID="{B9491C7D-5328-4277-BE65-B42084547471}" presName="L1TextContainer" presStyleLbl="revTx" presStyleIdx="2" presStyleCnt="4">
        <dgm:presLayoutVars>
          <dgm:chMax val="1"/>
          <dgm:chPref val="1"/>
          <dgm:bulletEnabled val="1"/>
        </dgm:presLayoutVars>
      </dgm:prSet>
      <dgm:spPr/>
    </dgm:pt>
    <dgm:pt modelId="{DAC1A7CE-F715-3E48-B4CE-C0D225960CA4}" type="pres">
      <dgm:prSet presAssocID="{B9491C7D-5328-4277-BE65-B42084547471}" presName="L2TextContainerWrapper" presStyleCnt="0">
        <dgm:presLayoutVars>
          <dgm:chMax val="0"/>
          <dgm:chPref val="0"/>
          <dgm:bulletEnabled val="1"/>
        </dgm:presLayoutVars>
      </dgm:prSet>
      <dgm:spPr/>
    </dgm:pt>
    <dgm:pt modelId="{7DDF99A0-D1DD-4941-ABB7-39960167F78E}" type="pres">
      <dgm:prSet presAssocID="{B9491C7D-5328-4277-BE65-B42084547471}" presName="L2TextContainer" presStyleLbl="bgAccFollowNode1" presStyleIdx="2" presStyleCnt="4"/>
      <dgm:spPr/>
    </dgm:pt>
    <dgm:pt modelId="{AF05C8AF-7871-814E-A488-1958C6B6E7F2}" type="pres">
      <dgm:prSet presAssocID="{B9491C7D-5328-4277-BE65-B42084547471}" presName="FlexibleEmptyPlaceHolder" presStyleCnt="0"/>
      <dgm:spPr/>
    </dgm:pt>
    <dgm:pt modelId="{08FFE8BD-DB77-2F4A-B4AF-0B26CAC770A0}" type="pres">
      <dgm:prSet presAssocID="{B9491C7D-5328-4277-BE65-B42084547471}" presName="ConnectLine" presStyleLbl="alignNode1" presStyleIdx="2" presStyleCnt="4"/>
      <dgm:spPr>
        <a:gradFill rotWithShape="0">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w="6350" cap="flat" cmpd="sng" algn="ctr">
          <a:solidFill>
            <a:schemeClr val="accent4">
              <a:hueOff val="0"/>
              <a:satOff val="0"/>
              <a:lumOff val="0"/>
              <a:alphaOff val="0"/>
            </a:schemeClr>
          </a:solidFill>
          <a:prstDash val="dash"/>
        </a:ln>
        <a:effectLst>
          <a:outerShdw blurRad="57150" dist="19050" dir="5400000" algn="ctr" rotWithShape="0">
            <a:srgbClr val="000000">
              <a:alpha val="63000"/>
            </a:srgbClr>
          </a:outerShdw>
        </a:effectLst>
      </dgm:spPr>
    </dgm:pt>
    <dgm:pt modelId="{396DAD47-526A-1E41-8B91-35F319048E29}" type="pres">
      <dgm:prSet presAssocID="{B9491C7D-5328-4277-BE65-B42084547471}" presName="ConnectorPoint" presStyleLbl="fgAcc1" presStyleIdx="2" presStyleCnt="4"/>
      <dgm:spPr>
        <a:solidFill>
          <a:schemeClr val="lt1">
            <a:alpha val="90000"/>
            <a:hueOff val="0"/>
            <a:satOff val="0"/>
            <a:lumOff val="0"/>
            <a:alphaOff val="0"/>
          </a:schemeClr>
        </a:solidFill>
        <a:ln w="9525" cap="flat" cmpd="sng" algn="ctr">
          <a:noFill/>
          <a:prstDash val="solid"/>
        </a:ln>
        <a:effectLst/>
      </dgm:spPr>
    </dgm:pt>
    <dgm:pt modelId="{4968C272-4AF6-2047-87FD-E0E80D16F523}" type="pres">
      <dgm:prSet presAssocID="{B9491C7D-5328-4277-BE65-B42084547471}" presName="EmptyPlaceHolder" presStyleCnt="0"/>
      <dgm:spPr/>
    </dgm:pt>
    <dgm:pt modelId="{28FFD006-8E8D-6648-B7AD-921C17FADE3E}" type="pres">
      <dgm:prSet presAssocID="{ECE5B918-3EC6-4164-91B3-2236152E7B65}" presName="spaceBetweenRectangles" presStyleCnt="0"/>
      <dgm:spPr/>
    </dgm:pt>
    <dgm:pt modelId="{142E3669-AB2C-984F-99DD-0D950C141673}" type="pres">
      <dgm:prSet presAssocID="{03B64AFE-D5C5-4FF1-B282-470B8922C90B}" presName="composite" presStyleCnt="0"/>
      <dgm:spPr/>
    </dgm:pt>
    <dgm:pt modelId="{19819701-46DF-BB4B-BF90-12F54D47D4F1}" type="pres">
      <dgm:prSet presAssocID="{03B64AFE-D5C5-4FF1-B282-470B8922C90B}" presName="L1TextContainer" presStyleLbl="revTx" presStyleIdx="3" presStyleCnt="4">
        <dgm:presLayoutVars>
          <dgm:chMax val="1"/>
          <dgm:chPref val="1"/>
          <dgm:bulletEnabled val="1"/>
        </dgm:presLayoutVars>
      </dgm:prSet>
      <dgm:spPr/>
    </dgm:pt>
    <dgm:pt modelId="{D223CB6A-2844-F84F-BB65-A1CBFDD2F243}" type="pres">
      <dgm:prSet presAssocID="{03B64AFE-D5C5-4FF1-B282-470B8922C90B}" presName="L2TextContainerWrapper" presStyleCnt="0">
        <dgm:presLayoutVars>
          <dgm:chMax val="0"/>
          <dgm:chPref val="0"/>
          <dgm:bulletEnabled val="1"/>
        </dgm:presLayoutVars>
      </dgm:prSet>
      <dgm:spPr/>
    </dgm:pt>
    <dgm:pt modelId="{F95E3C6A-303C-9E41-95E8-6C81BAB9419B}" type="pres">
      <dgm:prSet presAssocID="{03B64AFE-D5C5-4FF1-B282-470B8922C90B}" presName="L2TextContainer" presStyleLbl="bgAccFollowNode1" presStyleIdx="3" presStyleCnt="4"/>
      <dgm:spPr/>
    </dgm:pt>
    <dgm:pt modelId="{DBD3DBBA-423E-C54B-A47C-4C6200F5DC3C}" type="pres">
      <dgm:prSet presAssocID="{03B64AFE-D5C5-4FF1-B282-470B8922C90B}" presName="FlexibleEmptyPlaceHolder" presStyleCnt="0"/>
      <dgm:spPr/>
    </dgm:pt>
    <dgm:pt modelId="{0988DA09-EDA3-8247-A3B0-89EAF3703BD7}" type="pres">
      <dgm:prSet presAssocID="{03B64AFE-D5C5-4FF1-B282-470B8922C90B}" presName="ConnectLine" presStyleLbl="alignNode1" presStyleIdx="3" presStyleCnt="4"/>
      <dgm:spPr>
        <a:gradFill rotWithShape="0">
          <a:gsLst>
            <a:gs pos="0">
              <a:schemeClr val="accent5">
                <a:tint val="94000"/>
                <a:satMod val="103000"/>
                <a:lumMod val="102000"/>
              </a:schemeClr>
            </a:gs>
            <a:gs pos="50000">
              <a:schemeClr val="accent5">
                <a:shade val="100000"/>
                <a:satMod val="110000"/>
                <a:lumMod val="100000"/>
              </a:schemeClr>
            </a:gs>
            <a:gs pos="100000">
              <a:schemeClr val="accent5">
                <a:shade val="78000"/>
                <a:satMod val="120000"/>
                <a:lumMod val="99000"/>
              </a:schemeClr>
            </a:gs>
          </a:gsLst>
          <a:lin ang="5400000" scaled="0"/>
        </a:gradFill>
        <a:ln w="6350" cap="flat" cmpd="sng" algn="ctr">
          <a:solidFill>
            <a:schemeClr val="accent5">
              <a:hueOff val="0"/>
              <a:satOff val="0"/>
              <a:lumOff val="0"/>
              <a:alphaOff val="0"/>
            </a:schemeClr>
          </a:solidFill>
          <a:prstDash val="dash"/>
        </a:ln>
        <a:effectLst>
          <a:outerShdw blurRad="57150" dist="19050" dir="5400000" algn="ctr" rotWithShape="0">
            <a:srgbClr val="000000">
              <a:alpha val="63000"/>
            </a:srgbClr>
          </a:outerShdw>
        </a:effectLst>
      </dgm:spPr>
    </dgm:pt>
    <dgm:pt modelId="{D0C924D0-E0D6-4F42-B1A5-96555A742632}" type="pres">
      <dgm:prSet presAssocID="{03B64AFE-D5C5-4FF1-B282-470B8922C90B}" presName="ConnectorPoint" presStyleLbl="fgAcc1" presStyleIdx="3" presStyleCnt="4"/>
      <dgm:spPr>
        <a:solidFill>
          <a:schemeClr val="lt1">
            <a:alpha val="90000"/>
            <a:hueOff val="0"/>
            <a:satOff val="0"/>
            <a:lumOff val="0"/>
            <a:alphaOff val="0"/>
          </a:schemeClr>
        </a:solidFill>
        <a:ln w="9525" cap="flat" cmpd="sng" algn="ctr">
          <a:noFill/>
          <a:prstDash val="solid"/>
        </a:ln>
        <a:effectLst/>
      </dgm:spPr>
    </dgm:pt>
    <dgm:pt modelId="{56635888-847D-7A4E-8A49-355D44C020A2}" type="pres">
      <dgm:prSet presAssocID="{03B64AFE-D5C5-4FF1-B282-470B8922C90B}" presName="EmptyPlaceHolder" presStyleCnt="0"/>
      <dgm:spPr/>
    </dgm:pt>
  </dgm:ptLst>
  <dgm:cxnLst>
    <dgm:cxn modelId="{3529990D-1811-484F-8062-4B7F21BCEE47}" type="presOf" srcId="{8730B054-1249-42FB-B824-1D00D27F8E9F}" destId="{93AFD8A2-7F00-1446-9D01-BC18C01EDB9B}" srcOrd="0" destOrd="0" presId="urn:microsoft.com/office/officeart/2017/3/layout/HorizontalPathTimeline"/>
    <dgm:cxn modelId="{41C7E30F-EB11-C347-80ED-DC4DCD28FF8A}" type="presOf" srcId="{9A4D897D-F821-4AB3-900B-702D77138ECA}" destId="{F95E3C6A-303C-9E41-95E8-6C81BAB9419B}" srcOrd="0" destOrd="0" presId="urn:microsoft.com/office/officeart/2017/3/layout/HorizontalPathTimeline"/>
    <dgm:cxn modelId="{1B008D22-2FF4-475D-AFA4-C284D8A7D49D}" srcId="{03B64AFE-D5C5-4FF1-B282-470B8922C90B}" destId="{9A4D897D-F821-4AB3-900B-702D77138ECA}" srcOrd="0" destOrd="0" parTransId="{3317369B-8A91-4434-A774-78AE1BB8D4AB}" sibTransId="{0C93B85B-1780-41B3-811C-994E63E84898}"/>
    <dgm:cxn modelId="{78D54C38-10B1-C74A-8745-3E23B6E1F268}" type="presOf" srcId="{9F5827F0-972B-4B6C-A41B-F5124F09A6A3}" destId="{4B09CD24-B1F2-7D46-B5F2-B885CA95CD3C}" srcOrd="0" destOrd="0" presId="urn:microsoft.com/office/officeart/2017/3/layout/HorizontalPathTimeline"/>
    <dgm:cxn modelId="{B0ADD74C-7FA7-4B1C-B4E9-FA17CDDFA158}" srcId="{6E12B897-9DD4-4092-A458-3FB34D12F80F}" destId="{8730B054-1249-42FB-B824-1D00D27F8E9F}" srcOrd="0" destOrd="0" parTransId="{74CFA792-71E6-44BC-97E0-43EB44D8CDDD}" sibTransId="{C46703AD-7368-4C00-9EC2-15EF806E5E9E}"/>
    <dgm:cxn modelId="{E61C535D-38C2-4C59-AB25-C0CE0FCC1208}" srcId="{6E12B897-9DD4-4092-A458-3FB34D12F80F}" destId="{03B64AFE-D5C5-4FF1-B282-470B8922C90B}" srcOrd="3" destOrd="0" parTransId="{BF0713BD-F7EA-495F-AD7E-655CF5F63D4F}" sibTransId="{80387174-676D-4ABF-A6EE-73BEE83E340B}"/>
    <dgm:cxn modelId="{3864275E-D7AA-6A4E-A319-9819EAA1A218}" type="presOf" srcId="{B9491C7D-5328-4277-BE65-B42084547471}" destId="{242FAEEF-76D2-E04D-BCE6-DD994F5CA7E8}" srcOrd="0" destOrd="0" presId="urn:microsoft.com/office/officeart/2017/3/layout/HorizontalPathTimeline"/>
    <dgm:cxn modelId="{AC4AB77F-394F-416B-87C3-877A0FC9421C}" srcId="{9F5827F0-972B-4B6C-A41B-F5124F09A6A3}" destId="{EFB5098D-8B1D-4650-8C3A-34F7EBC99445}" srcOrd="0" destOrd="0" parTransId="{343E9B8A-2E58-44F0-981F-40D6E9864523}" sibTransId="{9AD516B2-3AAC-4DAA-873D-081742D84436}"/>
    <dgm:cxn modelId="{6BE5B782-DA70-4AB2-B317-FDEB8C00480A}" srcId="{8730B054-1249-42FB-B824-1D00D27F8E9F}" destId="{D05933A2-78BE-43B1-9435-A37652EFC726}" srcOrd="0" destOrd="0" parTransId="{D8554EC0-C5A6-4146-BEED-5D6004D81A66}" sibTransId="{1581C46A-5DBB-464F-A273-A90097BEC792}"/>
    <dgm:cxn modelId="{3F2BD9AE-5A2A-1641-8E35-D5EEE0829DBF}" type="presOf" srcId="{D05933A2-78BE-43B1-9435-A37652EFC726}" destId="{22C8D4E7-D4DF-B846-91F7-F5D7E8A94085}" srcOrd="0" destOrd="0" presId="urn:microsoft.com/office/officeart/2017/3/layout/HorizontalPathTimeline"/>
    <dgm:cxn modelId="{349746CD-0933-4056-9D1F-2F18E91BFF52}" srcId="{6E12B897-9DD4-4092-A458-3FB34D12F80F}" destId="{9F5827F0-972B-4B6C-A41B-F5124F09A6A3}" srcOrd="1" destOrd="0" parTransId="{72B83536-0FCB-40BD-A347-82430F854AA5}" sibTransId="{7B769CB1-CDB6-40C4-9E90-2951F66FC606}"/>
    <dgm:cxn modelId="{46F09BD3-147B-4149-BE49-67D2B7C99C65}" type="presOf" srcId="{705D95CA-6BC9-4A0A-8ACB-4198F2BFFC35}" destId="{7DDF99A0-D1DD-4941-ABB7-39960167F78E}" srcOrd="0" destOrd="0" presId="urn:microsoft.com/office/officeart/2017/3/layout/HorizontalPathTimeline"/>
    <dgm:cxn modelId="{122703DE-53DE-AE4A-B07F-DEF95F055530}" type="presOf" srcId="{03B64AFE-D5C5-4FF1-B282-470B8922C90B}" destId="{19819701-46DF-BB4B-BF90-12F54D47D4F1}" srcOrd="0" destOrd="0" presId="urn:microsoft.com/office/officeart/2017/3/layout/HorizontalPathTimeline"/>
    <dgm:cxn modelId="{EC9114E0-3497-4E50-BBE7-3AF824CF4C11}" srcId="{B9491C7D-5328-4277-BE65-B42084547471}" destId="{705D95CA-6BC9-4A0A-8ACB-4198F2BFFC35}" srcOrd="0" destOrd="0" parTransId="{6547EF56-F463-4F67-8FBB-281954B55873}" sibTransId="{E822B692-78ED-4FD4-B73A-3CBE46664086}"/>
    <dgm:cxn modelId="{C49ABDED-A21B-6D44-945E-890BBDE5D84B}" type="presOf" srcId="{EFB5098D-8B1D-4650-8C3A-34F7EBC99445}" destId="{780E6E1C-83F7-F54C-8FD5-E36B189F2DD6}" srcOrd="0" destOrd="0" presId="urn:microsoft.com/office/officeart/2017/3/layout/HorizontalPathTimeline"/>
    <dgm:cxn modelId="{940D0AF0-0355-4F2A-9740-5012CE3BEC7A}" srcId="{6E12B897-9DD4-4092-A458-3FB34D12F80F}" destId="{B9491C7D-5328-4277-BE65-B42084547471}" srcOrd="2" destOrd="0" parTransId="{FAFA8D51-7A81-4261-8B89-B77ED144AE2B}" sibTransId="{ECE5B918-3EC6-4164-91B3-2236152E7B65}"/>
    <dgm:cxn modelId="{BFEBD7FD-08A1-4446-A354-2CE54462ABD9}" type="presOf" srcId="{6E12B897-9DD4-4092-A458-3FB34D12F80F}" destId="{8C33ABCE-D022-2644-AB49-897B470F44E6}" srcOrd="0" destOrd="0" presId="urn:microsoft.com/office/officeart/2017/3/layout/HorizontalPathTimeline"/>
    <dgm:cxn modelId="{0D605792-5FCD-4743-8861-936159B9FD99}" type="presParOf" srcId="{8C33ABCE-D022-2644-AB49-897B470F44E6}" destId="{D0F985D5-55E2-6041-B7AD-A667A3FFDFE6}" srcOrd="0" destOrd="0" presId="urn:microsoft.com/office/officeart/2017/3/layout/HorizontalPathTimeline"/>
    <dgm:cxn modelId="{4BF3FFC4-B113-2942-A176-0DEC529F9D7D}" type="presParOf" srcId="{8C33ABCE-D022-2644-AB49-897B470F44E6}" destId="{12A2ED16-7A49-1245-9342-B33A3A0CEB39}" srcOrd="1" destOrd="0" presId="urn:microsoft.com/office/officeart/2017/3/layout/HorizontalPathTimeline"/>
    <dgm:cxn modelId="{B873FCC2-0224-CC4D-BD75-104D68AF2781}" type="presParOf" srcId="{12A2ED16-7A49-1245-9342-B33A3A0CEB39}" destId="{D079556D-0424-F94C-9E4D-6DAC21E5EA4F}" srcOrd="0" destOrd="0" presId="urn:microsoft.com/office/officeart/2017/3/layout/HorizontalPathTimeline"/>
    <dgm:cxn modelId="{4E018801-A152-4548-9129-05659E570688}" type="presParOf" srcId="{D079556D-0424-F94C-9E4D-6DAC21E5EA4F}" destId="{93AFD8A2-7F00-1446-9D01-BC18C01EDB9B}" srcOrd="0" destOrd="0" presId="urn:microsoft.com/office/officeart/2017/3/layout/HorizontalPathTimeline"/>
    <dgm:cxn modelId="{8BAA0FAF-108F-FD41-BC63-5520DF98C5BA}" type="presParOf" srcId="{D079556D-0424-F94C-9E4D-6DAC21E5EA4F}" destId="{B25D1901-BF9A-2A44-ACE4-4CBC4DE5B424}" srcOrd="1" destOrd="0" presId="urn:microsoft.com/office/officeart/2017/3/layout/HorizontalPathTimeline"/>
    <dgm:cxn modelId="{8C511759-3D61-0E40-A8FE-2916F3805D9D}" type="presParOf" srcId="{B25D1901-BF9A-2A44-ACE4-4CBC4DE5B424}" destId="{22C8D4E7-D4DF-B846-91F7-F5D7E8A94085}" srcOrd="0" destOrd="0" presId="urn:microsoft.com/office/officeart/2017/3/layout/HorizontalPathTimeline"/>
    <dgm:cxn modelId="{548C8BA4-C9A2-6447-83F8-FCFB611AAAF9}" type="presParOf" srcId="{B25D1901-BF9A-2A44-ACE4-4CBC4DE5B424}" destId="{6278BF55-085F-5244-87EF-8021037980B4}" srcOrd="1" destOrd="0" presId="urn:microsoft.com/office/officeart/2017/3/layout/HorizontalPathTimeline"/>
    <dgm:cxn modelId="{9B36E499-6796-374E-817E-D6787BF0C4C7}" type="presParOf" srcId="{D079556D-0424-F94C-9E4D-6DAC21E5EA4F}" destId="{7BD4B742-97BD-AB48-9CFD-9F1245F68C5F}" srcOrd="2" destOrd="0" presId="urn:microsoft.com/office/officeart/2017/3/layout/HorizontalPathTimeline"/>
    <dgm:cxn modelId="{B19CD024-C581-EB48-8738-3F5160A9469B}" type="presParOf" srcId="{D079556D-0424-F94C-9E4D-6DAC21E5EA4F}" destId="{F3F679A8-A18F-074C-82BE-4783B905E82A}" srcOrd="3" destOrd="0" presId="urn:microsoft.com/office/officeart/2017/3/layout/HorizontalPathTimeline"/>
    <dgm:cxn modelId="{00FDE877-0FA1-9B4A-8DBC-B6630E2D7A5F}" type="presParOf" srcId="{D079556D-0424-F94C-9E4D-6DAC21E5EA4F}" destId="{FD1D6F15-AFCE-D640-948B-F4C973F5647A}" srcOrd="4" destOrd="0" presId="urn:microsoft.com/office/officeart/2017/3/layout/HorizontalPathTimeline"/>
    <dgm:cxn modelId="{E0341A30-5BB2-0A4D-A08D-77CD1B45068A}" type="presParOf" srcId="{12A2ED16-7A49-1245-9342-B33A3A0CEB39}" destId="{1B535C44-2838-EC4B-B5E7-CD88DCE58337}" srcOrd="1" destOrd="0" presId="urn:microsoft.com/office/officeart/2017/3/layout/HorizontalPathTimeline"/>
    <dgm:cxn modelId="{FE4ADEC8-9801-324D-B9BB-47A120E9D836}" type="presParOf" srcId="{12A2ED16-7A49-1245-9342-B33A3A0CEB39}" destId="{2CB8E50A-F1A4-CC4C-9476-971020A44B3F}" srcOrd="2" destOrd="0" presId="urn:microsoft.com/office/officeart/2017/3/layout/HorizontalPathTimeline"/>
    <dgm:cxn modelId="{2A1391C3-144E-1445-ABEE-6D374D497079}" type="presParOf" srcId="{2CB8E50A-F1A4-CC4C-9476-971020A44B3F}" destId="{4B09CD24-B1F2-7D46-B5F2-B885CA95CD3C}" srcOrd="0" destOrd="0" presId="urn:microsoft.com/office/officeart/2017/3/layout/HorizontalPathTimeline"/>
    <dgm:cxn modelId="{A168A874-2E07-0E43-B60F-16C51B9E76DF}" type="presParOf" srcId="{2CB8E50A-F1A4-CC4C-9476-971020A44B3F}" destId="{AA84F660-A6BE-3448-A586-388A5A455DB5}" srcOrd="1" destOrd="0" presId="urn:microsoft.com/office/officeart/2017/3/layout/HorizontalPathTimeline"/>
    <dgm:cxn modelId="{DBF74D1D-8E5D-1B40-81A0-F50D1C97FA19}" type="presParOf" srcId="{AA84F660-A6BE-3448-A586-388A5A455DB5}" destId="{780E6E1C-83F7-F54C-8FD5-E36B189F2DD6}" srcOrd="0" destOrd="0" presId="urn:microsoft.com/office/officeart/2017/3/layout/HorizontalPathTimeline"/>
    <dgm:cxn modelId="{060C435F-4D77-7B48-80AD-041F4A542AEA}" type="presParOf" srcId="{AA84F660-A6BE-3448-A586-388A5A455DB5}" destId="{00E8514A-1EA7-FD4B-9ED1-0BF4DD5567FB}" srcOrd="1" destOrd="0" presId="urn:microsoft.com/office/officeart/2017/3/layout/HorizontalPathTimeline"/>
    <dgm:cxn modelId="{8CBF1C2D-A5C8-5A4F-9979-A0ED8C2056B1}" type="presParOf" srcId="{2CB8E50A-F1A4-CC4C-9476-971020A44B3F}" destId="{18CD6810-2394-9648-AC63-4369DCC9FB7C}" srcOrd="2" destOrd="0" presId="urn:microsoft.com/office/officeart/2017/3/layout/HorizontalPathTimeline"/>
    <dgm:cxn modelId="{FCBE6374-04EF-BC4C-B428-5389C20830ED}" type="presParOf" srcId="{2CB8E50A-F1A4-CC4C-9476-971020A44B3F}" destId="{0E3DFA9E-5CEF-7740-8BC7-BD6DC91E4250}" srcOrd="3" destOrd="0" presId="urn:microsoft.com/office/officeart/2017/3/layout/HorizontalPathTimeline"/>
    <dgm:cxn modelId="{1D86E6E6-BDA6-9A4E-9D40-35559B2F10D4}" type="presParOf" srcId="{2CB8E50A-F1A4-CC4C-9476-971020A44B3F}" destId="{718250AE-FC7C-C349-B271-7E2002DCF9BC}" srcOrd="4" destOrd="0" presId="urn:microsoft.com/office/officeart/2017/3/layout/HorizontalPathTimeline"/>
    <dgm:cxn modelId="{03695F00-B17A-A04F-82B9-5BB9029A1B72}" type="presParOf" srcId="{12A2ED16-7A49-1245-9342-B33A3A0CEB39}" destId="{B539EB7D-48D7-2D44-87BE-D316F15A03DF}" srcOrd="3" destOrd="0" presId="urn:microsoft.com/office/officeart/2017/3/layout/HorizontalPathTimeline"/>
    <dgm:cxn modelId="{B32876D5-09C4-B546-856D-AD7FC7C9FA08}" type="presParOf" srcId="{12A2ED16-7A49-1245-9342-B33A3A0CEB39}" destId="{558009DA-D293-8F42-869D-8DE2264A431F}" srcOrd="4" destOrd="0" presId="urn:microsoft.com/office/officeart/2017/3/layout/HorizontalPathTimeline"/>
    <dgm:cxn modelId="{1D9C79DD-FEBE-D945-84D5-BB65DAE13F1A}" type="presParOf" srcId="{558009DA-D293-8F42-869D-8DE2264A431F}" destId="{242FAEEF-76D2-E04D-BCE6-DD994F5CA7E8}" srcOrd="0" destOrd="0" presId="urn:microsoft.com/office/officeart/2017/3/layout/HorizontalPathTimeline"/>
    <dgm:cxn modelId="{BD5FAEE1-B6AB-3845-B408-78DA41F7086E}" type="presParOf" srcId="{558009DA-D293-8F42-869D-8DE2264A431F}" destId="{DAC1A7CE-F715-3E48-B4CE-C0D225960CA4}" srcOrd="1" destOrd="0" presId="urn:microsoft.com/office/officeart/2017/3/layout/HorizontalPathTimeline"/>
    <dgm:cxn modelId="{48829FCB-4068-5F4B-8DB0-26F75BC91166}" type="presParOf" srcId="{DAC1A7CE-F715-3E48-B4CE-C0D225960CA4}" destId="{7DDF99A0-D1DD-4941-ABB7-39960167F78E}" srcOrd="0" destOrd="0" presId="urn:microsoft.com/office/officeart/2017/3/layout/HorizontalPathTimeline"/>
    <dgm:cxn modelId="{9E19B884-AA93-6A48-A8C3-D31CB25BDC48}" type="presParOf" srcId="{DAC1A7CE-F715-3E48-B4CE-C0D225960CA4}" destId="{AF05C8AF-7871-814E-A488-1958C6B6E7F2}" srcOrd="1" destOrd="0" presId="urn:microsoft.com/office/officeart/2017/3/layout/HorizontalPathTimeline"/>
    <dgm:cxn modelId="{D9A804F7-EEF6-CA46-9254-B7E6A9AD562A}" type="presParOf" srcId="{558009DA-D293-8F42-869D-8DE2264A431F}" destId="{08FFE8BD-DB77-2F4A-B4AF-0B26CAC770A0}" srcOrd="2" destOrd="0" presId="urn:microsoft.com/office/officeart/2017/3/layout/HorizontalPathTimeline"/>
    <dgm:cxn modelId="{F106605B-ECA5-5E41-A0E8-D909EA2A7CC6}" type="presParOf" srcId="{558009DA-D293-8F42-869D-8DE2264A431F}" destId="{396DAD47-526A-1E41-8B91-35F319048E29}" srcOrd="3" destOrd="0" presId="urn:microsoft.com/office/officeart/2017/3/layout/HorizontalPathTimeline"/>
    <dgm:cxn modelId="{6F10E180-29A1-F847-B0D6-AA9EFF121976}" type="presParOf" srcId="{558009DA-D293-8F42-869D-8DE2264A431F}" destId="{4968C272-4AF6-2047-87FD-E0E80D16F523}" srcOrd="4" destOrd="0" presId="urn:microsoft.com/office/officeart/2017/3/layout/HorizontalPathTimeline"/>
    <dgm:cxn modelId="{A5DC8793-1A0F-F94E-B166-3401A7C4935D}" type="presParOf" srcId="{12A2ED16-7A49-1245-9342-B33A3A0CEB39}" destId="{28FFD006-8E8D-6648-B7AD-921C17FADE3E}" srcOrd="5" destOrd="0" presId="urn:microsoft.com/office/officeart/2017/3/layout/HorizontalPathTimeline"/>
    <dgm:cxn modelId="{88FF53EA-8F49-464B-AECF-68CD77A89E58}" type="presParOf" srcId="{12A2ED16-7A49-1245-9342-B33A3A0CEB39}" destId="{142E3669-AB2C-984F-99DD-0D950C141673}" srcOrd="6" destOrd="0" presId="urn:microsoft.com/office/officeart/2017/3/layout/HorizontalPathTimeline"/>
    <dgm:cxn modelId="{9158FF6A-DD30-CA4D-BD9C-94C03519E656}" type="presParOf" srcId="{142E3669-AB2C-984F-99DD-0D950C141673}" destId="{19819701-46DF-BB4B-BF90-12F54D47D4F1}" srcOrd="0" destOrd="0" presId="urn:microsoft.com/office/officeart/2017/3/layout/HorizontalPathTimeline"/>
    <dgm:cxn modelId="{C4D4EDBE-7036-3945-9D14-97E1F4907F1B}" type="presParOf" srcId="{142E3669-AB2C-984F-99DD-0D950C141673}" destId="{D223CB6A-2844-F84F-BB65-A1CBFDD2F243}" srcOrd="1" destOrd="0" presId="urn:microsoft.com/office/officeart/2017/3/layout/HorizontalPathTimeline"/>
    <dgm:cxn modelId="{6E05BB29-FC7A-7949-A4F8-A91A2065E1C6}" type="presParOf" srcId="{D223CB6A-2844-F84F-BB65-A1CBFDD2F243}" destId="{F95E3C6A-303C-9E41-95E8-6C81BAB9419B}" srcOrd="0" destOrd="0" presId="urn:microsoft.com/office/officeart/2017/3/layout/HorizontalPathTimeline"/>
    <dgm:cxn modelId="{E14EC23D-5309-D14B-806B-895A7FEF9A2F}" type="presParOf" srcId="{D223CB6A-2844-F84F-BB65-A1CBFDD2F243}" destId="{DBD3DBBA-423E-C54B-A47C-4C6200F5DC3C}" srcOrd="1" destOrd="0" presId="urn:microsoft.com/office/officeart/2017/3/layout/HorizontalPathTimeline"/>
    <dgm:cxn modelId="{1C0D5B95-364F-C44D-BEA5-AF7B6BB61DB8}" type="presParOf" srcId="{142E3669-AB2C-984F-99DD-0D950C141673}" destId="{0988DA09-EDA3-8247-A3B0-89EAF3703BD7}" srcOrd="2" destOrd="0" presId="urn:microsoft.com/office/officeart/2017/3/layout/HorizontalPathTimeline"/>
    <dgm:cxn modelId="{DF313A61-BE16-6349-B1FD-B267B457A5BE}" type="presParOf" srcId="{142E3669-AB2C-984F-99DD-0D950C141673}" destId="{D0C924D0-E0D6-4F42-B1A5-96555A742632}" srcOrd="3" destOrd="0" presId="urn:microsoft.com/office/officeart/2017/3/layout/HorizontalPathTimeline"/>
    <dgm:cxn modelId="{3F700493-1418-BA44-8103-B5955A35D386}" type="presParOf" srcId="{142E3669-AB2C-984F-99DD-0D950C141673}" destId="{56635888-847D-7A4E-8A49-355D44C020A2}"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94D2E6-1A3D-4487-BF77-F6AD74D7832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D429575-EF77-4DF2-A0BC-E582E9A6FA01}">
      <dgm:prSet/>
      <dgm:spPr/>
      <dgm:t>
        <a:bodyPr/>
        <a:lstStyle/>
        <a:p>
          <a:r>
            <a:rPr lang="en-IN"/>
            <a:t>"The Nova SmartHub: Connecting your world, intelligently." </a:t>
          </a:r>
          <a:endParaRPr lang="en-US"/>
        </a:p>
      </dgm:t>
    </dgm:pt>
    <dgm:pt modelId="{AC30B7A6-07A6-4D1D-9B67-09C9748DC6A6}" type="parTrans" cxnId="{1EEBE135-22EE-4960-9F9A-0EB7EEEF1A94}">
      <dgm:prSet/>
      <dgm:spPr/>
      <dgm:t>
        <a:bodyPr/>
        <a:lstStyle/>
        <a:p>
          <a:endParaRPr lang="en-US"/>
        </a:p>
      </dgm:t>
    </dgm:pt>
    <dgm:pt modelId="{8E2A1315-4514-4842-88B2-C532C1A63BFE}" type="sibTrans" cxnId="{1EEBE135-22EE-4960-9F9A-0EB7EEEF1A94}">
      <dgm:prSet/>
      <dgm:spPr/>
      <dgm:t>
        <a:bodyPr/>
        <a:lstStyle/>
        <a:p>
          <a:endParaRPr lang="en-US"/>
        </a:p>
      </dgm:t>
    </dgm:pt>
    <dgm:pt modelId="{D8818DD3-EBAA-4D24-9C3A-1283F2896AFA}">
      <dgm:prSet/>
      <dgm:spPr/>
      <dgm:t>
        <a:bodyPr/>
        <a:lstStyle/>
        <a:p>
          <a:r>
            <a:rPr lang="en-IN"/>
            <a:t>Questions? Let’s discuss! </a:t>
          </a:r>
          <a:endParaRPr lang="en-US"/>
        </a:p>
      </dgm:t>
    </dgm:pt>
    <dgm:pt modelId="{C91B4225-8C33-430B-9EB5-B1CA54682076}" type="parTrans" cxnId="{AF4510DA-1C57-4571-AA1E-FE00AE25B7E1}">
      <dgm:prSet/>
      <dgm:spPr/>
      <dgm:t>
        <a:bodyPr/>
        <a:lstStyle/>
        <a:p>
          <a:endParaRPr lang="en-US"/>
        </a:p>
      </dgm:t>
    </dgm:pt>
    <dgm:pt modelId="{F17257A3-79E6-439B-B1DC-49E139F34683}" type="sibTrans" cxnId="{AF4510DA-1C57-4571-AA1E-FE00AE25B7E1}">
      <dgm:prSet/>
      <dgm:spPr/>
      <dgm:t>
        <a:bodyPr/>
        <a:lstStyle/>
        <a:p>
          <a:endParaRPr lang="en-US"/>
        </a:p>
      </dgm:t>
    </dgm:pt>
    <dgm:pt modelId="{4374D0B0-0F26-4214-86C0-52F5B8A6DF5B}">
      <dgm:prSet/>
      <dgm:spPr/>
      <dgm:t>
        <a:bodyPr/>
        <a:lstStyle/>
        <a:p>
          <a:r>
            <a:rPr lang="en-IN"/>
            <a:t>Follow us: @xTechInnovations on X</a:t>
          </a:r>
          <a:endParaRPr lang="en-US"/>
        </a:p>
      </dgm:t>
    </dgm:pt>
    <dgm:pt modelId="{80C7CD9B-2C18-4751-A626-F5D69B6C12DC}" type="parTrans" cxnId="{76C51A12-62AD-4EA4-94B0-4AD6D8DC8294}">
      <dgm:prSet/>
      <dgm:spPr/>
      <dgm:t>
        <a:bodyPr/>
        <a:lstStyle/>
        <a:p>
          <a:endParaRPr lang="en-US"/>
        </a:p>
      </dgm:t>
    </dgm:pt>
    <dgm:pt modelId="{1193D583-0717-471B-B615-32526F1C4388}" type="sibTrans" cxnId="{76C51A12-62AD-4EA4-94B0-4AD6D8DC8294}">
      <dgm:prSet/>
      <dgm:spPr/>
      <dgm:t>
        <a:bodyPr/>
        <a:lstStyle/>
        <a:p>
          <a:endParaRPr lang="en-US"/>
        </a:p>
      </dgm:t>
    </dgm:pt>
    <dgm:pt modelId="{030D85F1-554B-47BC-A98F-0C06F5A1BDAD}" type="pres">
      <dgm:prSet presAssocID="{DC94D2E6-1A3D-4487-BF77-F6AD74D7832D}" presName="root" presStyleCnt="0">
        <dgm:presLayoutVars>
          <dgm:dir/>
          <dgm:resizeHandles val="exact"/>
        </dgm:presLayoutVars>
      </dgm:prSet>
      <dgm:spPr/>
    </dgm:pt>
    <dgm:pt modelId="{EB6932E7-F1B3-4359-9BED-6E4334044C30}" type="pres">
      <dgm:prSet presAssocID="{0D429575-EF77-4DF2-A0BC-E582E9A6FA01}" presName="compNode" presStyleCnt="0"/>
      <dgm:spPr/>
    </dgm:pt>
    <dgm:pt modelId="{9D899DFA-4D15-4F52-85C8-8489CA1E4EB8}" type="pres">
      <dgm:prSet presAssocID="{0D429575-EF77-4DF2-A0BC-E582E9A6FA01}" presName="bgRect" presStyleLbl="bgShp" presStyleIdx="0" presStyleCnt="3"/>
      <dgm:spPr/>
    </dgm:pt>
    <dgm:pt modelId="{317B0292-D22C-424E-9383-DB654BB7B8E6}" type="pres">
      <dgm:prSet presAssocID="{0D429575-EF77-4DF2-A0BC-E582E9A6FA0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th Globe Americas"/>
        </a:ext>
      </dgm:extLst>
    </dgm:pt>
    <dgm:pt modelId="{A8E3186F-46CD-496E-A895-723B1EAC8984}" type="pres">
      <dgm:prSet presAssocID="{0D429575-EF77-4DF2-A0BC-E582E9A6FA01}" presName="spaceRect" presStyleCnt="0"/>
      <dgm:spPr/>
    </dgm:pt>
    <dgm:pt modelId="{64454F20-3667-44FD-9E5F-925A2F93BECB}" type="pres">
      <dgm:prSet presAssocID="{0D429575-EF77-4DF2-A0BC-E582E9A6FA01}" presName="parTx" presStyleLbl="revTx" presStyleIdx="0" presStyleCnt="3">
        <dgm:presLayoutVars>
          <dgm:chMax val="0"/>
          <dgm:chPref val="0"/>
        </dgm:presLayoutVars>
      </dgm:prSet>
      <dgm:spPr/>
    </dgm:pt>
    <dgm:pt modelId="{6AE84863-8325-43D2-A4C4-04BC992B0395}" type="pres">
      <dgm:prSet presAssocID="{8E2A1315-4514-4842-88B2-C532C1A63BFE}" presName="sibTrans" presStyleCnt="0"/>
      <dgm:spPr/>
    </dgm:pt>
    <dgm:pt modelId="{019B96BB-8FDE-414F-A8C4-79DE6AE8B1B8}" type="pres">
      <dgm:prSet presAssocID="{D8818DD3-EBAA-4D24-9C3A-1283F2896AFA}" presName="compNode" presStyleCnt="0"/>
      <dgm:spPr/>
    </dgm:pt>
    <dgm:pt modelId="{CE1BA2CD-431C-475D-992C-8D069F099ACF}" type="pres">
      <dgm:prSet presAssocID="{D8818DD3-EBAA-4D24-9C3A-1283F2896AFA}" presName="bgRect" presStyleLbl="bgShp" presStyleIdx="1" presStyleCnt="3"/>
      <dgm:spPr/>
    </dgm:pt>
    <dgm:pt modelId="{B9DE9BAC-E53D-43FD-83B7-939FEF94D025}" type="pres">
      <dgm:prSet presAssocID="{D8818DD3-EBAA-4D24-9C3A-1283F2896AF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F49868CF-A7D5-488B-9CBA-759625FB4E0E}" type="pres">
      <dgm:prSet presAssocID="{D8818DD3-EBAA-4D24-9C3A-1283F2896AFA}" presName="spaceRect" presStyleCnt="0"/>
      <dgm:spPr/>
    </dgm:pt>
    <dgm:pt modelId="{82AF109B-58BF-468B-93C8-0A4FC993FB2E}" type="pres">
      <dgm:prSet presAssocID="{D8818DD3-EBAA-4D24-9C3A-1283F2896AFA}" presName="parTx" presStyleLbl="revTx" presStyleIdx="1" presStyleCnt="3">
        <dgm:presLayoutVars>
          <dgm:chMax val="0"/>
          <dgm:chPref val="0"/>
        </dgm:presLayoutVars>
      </dgm:prSet>
      <dgm:spPr/>
    </dgm:pt>
    <dgm:pt modelId="{449802B8-FDAB-4B54-85A0-FD15F5B53E9C}" type="pres">
      <dgm:prSet presAssocID="{F17257A3-79E6-439B-B1DC-49E139F34683}" presName="sibTrans" presStyleCnt="0"/>
      <dgm:spPr/>
    </dgm:pt>
    <dgm:pt modelId="{A70B4721-D2F3-4318-BCAE-32CCA2ACC916}" type="pres">
      <dgm:prSet presAssocID="{4374D0B0-0F26-4214-86C0-52F5B8A6DF5B}" presName="compNode" presStyleCnt="0"/>
      <dgm:spPr/>
    </dgm:pt>
    <dgm:pt modelId="{D8176B30-B19C-486E-95A5-A997332BF9A7}" type="pres">
      <dgm:prSet presAssocID="{4374D0B0-0F26-4214-86C0-52F5B8A6DF5B}" presName="bgRect" presStyleLbl="bgShp" presStyleIdx="2" presStyleCnt="3"/>
      <dgm:spPr/>
    </dgm:pt>
    <dgm:pt modelId="{285236A4-A5F7-4BBC-82C0-169D62866ECC}" type="pres">
      <dgm:prSet presAssocID="{4374D0B0-0F26-4214-86C0-52F5B8A6DF5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oe footprints"/>
        </a:ext>
      </dgm:extLst>
    </dgm:pt>
    <dgm:pt modelId="{C0ACB5ED-A611-4581-A2DB-66436AA457A8}" type="pres">
      <dgm:prSet presAssocID="{4374D0B0-0F26-4214-86C0-52F5B8A6DF5B}" presName="spaceRect" presStyleCnt="0"/>
      <dgm:spPr/>
    </dgm:pt>
    <dgm:pt modelId="{BB605FE0-0048-4BB6-AD82-7F8AABC5971F}" type="pres">
      <dgm:prSet presAssocID="{4374D0B0-0F26-4214-86C0-52F5B8A6DF5B}" presName="parTx" presStyleLbl="revTx" presStyleIdx="2" presStyleCnt="3">
        <dgm:presLayoutVars>
          <dgm:chMax val="0"/>
          <dgm:chPref val="0"/>
        </dgm:presLayoutVars>
      </dgm:prSet>
      <dgm:spPr/>
    </dgm:pt>
  </dgm:ptLst>
  <dgm:cxnLst>
    <dgm:cxn modelId="{E322900A-59BA-46BA-8584-BD5D947C7179}" type="presOf" srcId="{DC94D2E6-1A3D-4487-BF77-F6AD74D7832D}" destId="{030D85F1-554B-47BC-A98F-0C06F5A1BDAD}" srcOrd="0" destOrd="0" presId="urn:microsoft.com/office/officeart/2018/2/layout/IconVerticalSolidList"/>
    <dgm:cxn modelId="{76C51A12-62AD-4EA4-94B0-4AD6D8DC8294}" srcId="{DC94D2E6-1A3D-4487-BF77-F6AD74D7832D}" destId="{4374D0B0-0F26-4214-86C0-52F5B8A6DF5B}" srcOrd="2" destOrd="0" parTransId="{80C7CD9B-2C18-4751-A626-F5D69B6C12DC}" sibTransId="{1193D583-0717-471B-B615-32526F1C4388}"/>
    <dgm:cxn modelId="{1EEBE135-22EE-4960-9F9A-0EB7EEEF1A94}" srcId="{DC94D2E6-1A3D-4487-BF77-F6AD74D7832D}" destId="{0D429575-EF77-4DF2-A0BC-E582E9A6FA01}" srcOrd="0" destOrd="0" parTransId="{AC30B7A6-07A6-4D1D-9B67-09C9748DC6A6}" sibTransId="{8E2A1315-4514-4842-88B2-C532C1A63BFE}"/>
    <dgm:cxn modelId="{9B4E498B-0EAF-47A4-8469-6CB1C0285E6A}" type="presOf" srcId="{0D429575-EF77-4DF2-A0BC-E582E9A6FA01}" destId="{64454F20-3667-44FD-9E5F-925A2F93BECB}" srcOrd="0" destOrd="0" presId="urn:microsoft.com/office/officeart/2018/2/layout/IconVerticalSolidList"/>
    <dgm:cxn modelId="{A389FFB8-286C-406C-9CE4-47B01DB88604}" type="presOf" srcId="{4374D0B0-0F26-4214-86C0-52F5B8A6DF5B}" destId="{BB605FE0-0048-4BB6-AD82-7F8AABC5971F}" srcOrd="0" destOrd="0" presId="urn:microsoft.com/office/officeart/2018/2/layout/IconVerticalSolidList"/>
    <dgm:cxn modelId="{FDB098C3-08A2-4B1C-A179-2D70B424D7C3}" type="presOf" srcId="{D8818DD3-EBAA-4D24-9C3A-1283F2896AFA}" destId="{82AF109B-58BF-468B-93C8-0A4FC993FB2E}" srcOrd="0" destOrd="0" presId="urn:microsoft.com/office/officeart/2018/2/layout/IconVerticalSolidList"/>
    <dgm:cxn modelId="{AF4510DA-1C57-4571-AA1E-FE00AE25B7E1}" srcId="{DC94D2E6-1A3D-4487-BF77-F6AD74D7832D}" destId="{D8818DD3-EBAA-4D24-9C3A-1283F2896AFA}" srcOrd="1" destOrd="0" parTransId="{C91B4225-8C33-430B-9EB5-B1CA54682076}" sibTransId="{F17257A3-79E6-439B-B1DC-49E139F34683}"/>
    <dgm:cxn modelId="{A0E4CB27-C360-4781-ACBC-74B60BEBDBCA}" type="presParOf" srcId="{030D85F1-554B-47BC-A98F-0C06F5A1BDAD}" destId="{EB6932E7-F1B3-4359-9BED-6E4334044C30}" srcOrd="0" destOrd="0" presId="urn:microsoft.com/office/officeart/2018/2/layout/IconVerticalSolidList"/>
    <dgm:cxn modelId="{99F951C8-08CF-49DC-AE7C-08C06681D2C5}" type="presParOf" srcId="{EB6932E7-F1B3-4359-9BED-6E4334044C30}" destId="{9D899DFA-4D15-4F52-85C8-8489CA1E4EB8}" srcOrd="0" destOrd="0" presId="urn:microsoft.com/office/officeart/2018/2/layout/IconVerticalSolidList"/>
    <dgm:cxn modelId="{F2892139-0FB8-44CB-8C87-6B5E734FF98F}" type="presParOf" srcId="{EB6932E7-F1B3-4359-9BED-6E4334044C30}" destId="{317B0292-D22C-424E-9383-DB654BB7B8E6}" srcOrd="1" destOrd="0" presId="urn:microsoft.com/office/officeart/2018/2/layout/IconVerticalSolidList"/>
    <dgm:cxn modelId="{FD9669C6-73E7-4DCB-AEF2-4D8032E79A0A}" type="presParOf" srcId="{EB6932E7-F1B3-4359-9BED-6E4334044C30}" destId="{A8E3186F-46CD-496E-A895-723B1EAC8984}" srcOrd="2" destOrd="0" presId="urn:microsoft.com/office/officeart/2018/2/layout/IconVerticalSolidList"/>
    <dgm:cxn modelId="{38ED3DDC-2BE5-48A1-9948-76E6D0EA1302}" type="presParOf" srcId="{EB6932E7-F1B3-4359-9BED-6E4334044C30}" destId="{64454F20-3667-44FD-9E5F-925A2F93BECB}" srcOrd="3" destOrd="0" presId="urn:microsoft.com/office/officeart/2018/2/layout/IconVerticalSolidList"/>
    <dgm:cxn modelId="{05673732-BFA0-4D9D-A306-A6CE299E785E}" type="presParOf" srcId="{030D85F1-554B-47BC-A98F-0C06F5A1BDAD}" destId="{6AE84863-8325-43D2-A4C4-04BC992B0395}" srcOrd="1" destOrd="0" presId="urn:microsoft.com/office/officeart/2018/2/layout/IconVerticalSolidList"/>
    <dgm:cxn modelId="{424BC206-2B5C-4EC2-8A30-FBD076A1520D}" type="presParOf" srcId="{030D85F1-554B-47BC-A98F-0C06F5A1BDAD}" destId="{019B96BB-8FDE-414F-A8C4-79DE6AE8B1B8}" srcOrd="2" destOrd="0" presId="urn:microsoft.com/office/officeart/2018/2/layout/IconVerticalSolidList"/>
    <dgm:cxn modelId="{9E114FC1-A3AF-4C85-87EC-B32E5BD23894}" type="presParOf" srcId="{019B96BB-8FDE-414F-A8C4-79DE6AE8B1B8}" destId="{CE1BA2CD-431C-475D-992C-8D069F099ACF}" srcOrd="0" destOrd="0" presId="urn:microsoft.com/office/officeart/2018/2/layout/IconVerticalSolidList"/>
    <dgm:cxn modelId="{31EF559F-4F58-490F-8A11-C3E2DF66AA84}" type="presParOf" srcId="{019B96BB-8FDE-414F-A8C4-79DE6AE8B1B8}" destId="{B9DE9BAC-E53D-43FD-83B7-939FEF94D025}" srcOrd="1" destOrd="0" presId="urn:microsoft.com/office/officeart/2018/2/layout/IconVerticalSolidList"/>
    <dgm:cxn modelId="{412AF904-145E-441D-B290-852448F31704}" type="presParOf" srcId="{019B96BB-8FDE-414F-A8C4-79DE6AE8B1B8}" destId="{F49868CF-A7D5-488B-9CBA-759625FB4E0E}" srcOrd="2" destOrd="0" presId="urn:microsoft.com/office/officeart/2018/2/layout/IconVerticalSolidList"/>
    <dgm:cxn modelId="{32F405FA-8241-421C-B110-065409046E69}" type="presParOf" srcId="{019B96BB-8FDE-414F-A8C4-79DE6AE8B1B8}" destId="{82AF109B-58BF-468B-93C8-0A4FC993FB2E}" srcOrd="3" destOrd="0" presId="urn:microsoft.com/office/officeart/2018/2/layout/IconVerticalSolidList"/>
    <dgm:cxn modelId="{A6CFF9B9-D2AF-405A-A8F2-3E1584C33809}" type="presParOf" srcId="{030D85F1-554B-47BC-A98F-0C06F5A1BDAD}" destId="{449802B8-FDAB-4B54-85A0-FD15F5B53E9C}" srcOrd="3" destOrd="0" presId="urn:microsoft.com/office/officeart/2018/2/layout/IconVerticalSolidList"/>
    <dgm:cxn modelId="{6B6A9C6E-7BD4-4607-BBE5-20160DBDA8B3}" type="presParOf" srcId="{030D85F1-554B-47BC-A98F-0C06F5A1BDAD}" destId="{A70B4721-D2F3-4318-BCAE-32CCA2ACC916}" srcOrd="4" destOrd="0" presId="urn:microsoft.com/office/officeart/2018/2/layout/IconVerticalSolidList"/>
    <dgm:cxn modelId="{BCF41618-E4DB-4A73-BC70-66EE5CA18427}" type="presParOf" srcId="{A70B4721-D2F3-4318-BCAE-32CCA2ACC916}" destId="{D8176B30-B19C-486E-95A5-A997332BF9A7}" srcOrd="0" destOrd="0" presId="urn:microsoft.com/office/officeart/2018/2/layout/IconVerticalSolidList"/>
    <dgm:cxn modelId="{271C5431-BC07-46ED-BC5E-BF18F81C8295}" type="presParOf" srcId="{A70B4721-D2F3-4318-BCAE-32CCA2ACC916}" destId="{285236A4-A5F7-4BBC-82C0-169D62866ECC}" srcOrd="1" destOrd="0" presId="urn:microsoft.com/office/officeart/2018/2/layout/IconVerticalSolidList"/>
    <dgm:cxn modelId="{0C4FCA93-A901-412D-9205-1FBD50646EE8}" type="presParOf" srcId="{A70B4721-D2F3-4318-BCAE-32CCA2ACC916}" destId="{C0ACB5ED-A611-4581-A2DB-66436AA457A8}" srcOrd="2" destOrd="0" presId="urn:microsoft.com/office/officeart/2018/2/layout/IconVerticalSolidList"/>
    <dgm:cxn modelId="{488AEDCF-A4C8-444A-8720-807B4EB24130}" type="presParOf" srcId="{A70B4721-D2F3-4318-BCAE-32CCA2ACC916}" destId="{BB605FE0-0048-4BB6-AD82-7F8AABC5971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C2656A-5678-437F-BC41-19C8A057BB8E}">
      <dsp:nvSpPr>
        <dsp:cNvPr id="0" name=""/>
        <dsp:cNvSpPr/>
      </dsp:nvSpPr>
      <dsp:spPr>
        <a:xfrm>
          <a:off x="718225" y="413832"/>
          <a:ext cx="1990125" cy="199012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580B63-72A3-47A4-BB00-260A59433A26}">
      <dsp:nvSpPr>
        <dsp:cNvPr id="0" name=""/>
        <dsp:cNvSpPr/>
      </dsp:nvSpPr>
      <dsp:spPr>
        <a:xfrm>
          <a:off x="1142350" y="837957"/>
          <a:ext cx="1141874" cy="11418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6F4058-65EE-45C7-91D1-15CBDFB5D1CD}">
      <dsp:nvSpPr>
        <dsp:cNvPr id="0" name=""/>
        <dsp:cNvSpPr/>
      </dsp:nvSpPr>
      <dsp:spPr>
        <a:xfrm>
          <a:off x="82037" y="3023832"/>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IN" sz="1700" kern="1200"/>
            <a:t>Smart home devices are fragmented—too many apps, no seamless integration </a:t>
          </a:r>
          <a:endParaRPr lang="en-US" sz="1700" kern="1200"/>
        </a:p>
      </dsp:txBody>
      <dsp:txXfrm>
        <a:off x="82037" y="3023832"/>
        <a:ext cx="3262500" cy="720000"/>
      </dsp:txXfrm>
    </dsp:sp>
    <dsp:sp modelId="{26750ED0-C0D2-4C8C-AC59-D1CE3D6F8EE5}">
      <dsp:nvSpPr>
        <dsp:cNvPr id="0" name=""/>
        <dsp:cNvSpPr/>
      </dsp:nvSpPr>
      <dsp:spPr>
        <a:xfrm>
          <a:off x="4551662" y="413832"/>
          <a:ext cx="1990125" cy="199012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BD554F-B030-4EB4-B3E3-F6A23C65B9E5}">
      <dsp:nvSpPr>
        <dsp:cNvPr id="0" name=""/>
        <dsp:cNvSpPr/>
      </dsp:nvSpPr>
      <dsp:spPr>
        <a:xfrm>
          <a:off x="4975787" y="837957"/>
          <a:ext cx="1141874" cy="11418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B6AD5E-94E2-42DC-BF8F-C7FFB575E62D}">
      <dsp:nvSpPr>
        <dsp:cNvPr id="0" name=""/>
        <dsp:cNvSpPr/>
      </dsp:nvSpPr>
      <dsp:spPr>
        <a:xfrm>
          <a:off x="3915475" y="3023832"/>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IN" sz="1700" kern="1200"/>
            <a:t>Users crave simplicity without sacrificing functionality</a:t>
          </a:r>
          <a:endParaRPr lang="en-US" sz="1700" kern="1200"/>
        </a:p>
      </dsp:txBody>
      <dsp:txXfrm>
        <a:off x="3915475" y="3023832"/>
        <a:ext cx="3262500" cy="720000"/>
      </dsp:txXfrm>
    </dsp:sp>
    <dsp:sp modelId="{B9D239D7-69B2-495C-8A56-90F8E422D43D}">
      <dsp:nvSpPr>
        <dsp:cNvPr id="0" name=""/>
        <dsp:cNvSpPr/>
      </dsp:nvSpPr>
      <dsp:spPr>
        <a:xfrm>
          <a:off x="8385100" y="413832"/>
          <a:ext cx="1990125" cy="199012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4BB55E-14E2-403E-AD19-927E163DB5BF}">
      <dsp:nvSpPr>
        <dsp:cNvPr id="0" name=""/>
        <dsp:cNvSpPr/>
      </dsp:nvSpPr>
      <dsp:spPr>
        <a:xfrm>
          <a:off x="8809225" y="837957"/>
          <a:ext cx="1141874" cy="11418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E2B437-084C-48F6-8C68-A0EB929EA9CC}">
      <dsp:nvSpPr>
        <dsp:cNvPr id="0" name=""/>
        <dsp:cNvSpPr/>
      </dsp:nvSpPr>
      <dsp:spPr>
        <a:xfrm>
          <a:off x="7748912" y="3023832"/>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IN" sz="1700" kern="1200"/>
            <a:t>Current solutions lack advanced AI personalization</a:t>
          </a:r>
          <a:endParaRPr lang="en-US" sz="1700" kern="1200"/>
        </a:p>
      </dsp:txBody>
      <dsp:txXfrm>
        <a:off x="7748912" y="3023832"/>
        <a:ext cx="3262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AFD8A2-7F00-1446-9D01-BC18C01EDB9B}">
      <dsp:nvSpPr>
        <dsp:cNvPr id="0" name=""/>
        <dsp:cNvSpPr/>
      </dsp:nvSpPr>
      <dsp:spPr>
        <a:xfrm>
          <a:off x="251147" y="2995641"/>
          <a:ext cx="2003062" cy="630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Apr. 2025</a:t>
          </a:r>
        </a:p>
      </dsp:txBody>
      <dsp:txXfrm>
        <a:off x="251147" y="2995641"/>
        <a:ext cx="2003062" cy="630367"/>
      </dsp:txXfrm>
    </dsp:sp>
    <dsp:sp modelId="{D0F985D5-55E2-6041-B7AD-A667A3FFDFE6}">
      <dsp:nvSpPr>
        <dsp:cNvPr id="0" name=""/>
        <dsp:cNvSpPr/>
      </dsp:nvSpPr>
      <dsp:spPr>
        <a:xfrm>
          <a:off x="0" y="2677668"/>
          <a:ext cx="6261100" cy="22313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2C8D4E7-D4DF-B846-91F7-F5D7E8A94085}">
      <dsp:nvSpPr>
        <dsp:cNvPr id="0" name=""/>
        <dsp:cNvSpPr/>
      </dsp:nvSpPr>
      <dsp:spPr>
        <a:xfrm>
          <a:off x="150994" y="951129"/>
          <a:ext cx="2203369" cy="778197"/>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Pre-orders open</a:t>
          </a:r>
        </a:p>
      </dsp:txBody>
      <dsp:txXfrm>
        <a:off x="150994" y="951129"/>
        <a:ext cx="2203369" cy="778197"/>
      </dsp:txXfrm>
    </dsp:sp>
    <dsp:sp modelId="{7BD4B742-97BD-AB48-9CFD-9F1245F68C5F}">
      <dsp:nvSpPr>
        <dsp:cNvPr id="0" name=""/>
        <dsp:cNvSpPr/>
      </dsp:nvSpPr>
      <dsp:spPr>
        <a:xfrm>
          <a:off x="1252678" y="1729327"/>
          <a:ext cx="0" cy="948340"/>
        </a:xfrm>
        <a:prstGeom prst="line">
          <a:avLst/>
        </a:prstGeom>
        <a:gradFill rotWithShape="0">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w="6350" cap="flat" cmpd="sng" algn="ctr">
          <a:solidFill>
            <a:schemeClr val="accent2">
              <a:hueOff val="0"/>
              <a:satOff val="0"/>
              <a:lumOff val="0"/>
              <a:alphaOff val="0"/>
            </a:schemeClr>
          </a:solidFill>
          <a:prstDash val="dash"/>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B09CD24-B1F2-7D46-B5F2-B885CA95CD3C}">
      <dsp:nvSpPr>
        <dsp:cNvPr id="0" name=""/>
        <dsp:cNvSpPr/>
      </dsp:nvSpPr>
      <dsp:spPr>
        <a:xfrm>
          <a:off x="1503061" y="1952466"/>
          <a:ext cx="2003062" cy="630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June 2025</a:t>
          </a:r>
        </a:p>
      </dsp:txBody>
      <dsp:txXfrm>
        <a:off x="1503061" y="1952466"/>
        <a:ext cx="2003062" cy="630367"/>
      </dsp:txXfrm>
    </dsp:sp>
    <dsp:sp modelId="{780E6E1C-83F7-F54C-8FD5-E36B189F2DD6}">
      <dsp:nvSpPr>
        <dsp:cNvPr id="0" name=""/>
        <dsp:cNvSpPr/>
      </dsp:nvSpPr>
      <dsp:spPr>
        <a:xfrm>
          <a:off x="1402908" y="3849147"/>
          <a:ext cx="2203369" cy="778197"/>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Shipping begins in North America</a:t>
          </a:r>
        </a:p>
      </dsp:txBody>
      <dsp:txXfrm>
        <a:off x="1402908" y="3849147"/>
        <a:ext cx="2203369" cy="778197"/>
      </dsp:txXfrm>
    </dsp:sp>
    <dsp:sp modelId="{18CD6810-2394-9648-AC63-4369DCC9FB7C}">
      <dsp:nvSpPr>
        <dsp:cNvPr id="0" name=""/>
        <dsp:cNvSpPr/>
      </dsp:nvSpPr>
      <dsp:spPr>
        <a:xfrm>
          <a:off x="2504592" y="2900806"/>
          <a:ext cx="0" cy="948340"/>
        </a:xfrm>
        <a:prstGeom prst="line">
          <a:avLst/>
        </a:prstGeom>
        <a:gradFill rotWithShape="0">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6350" cap="flat" cmpd="sng" algn="ctr">
          <a:solidFill>
            <a:schemeClr val="accent3">
              <a:hueOff val="0"/>
              <a:satOff val="0"/>
              <a:lumOff val="0"/>
              <a:alphaOff val="0"/>
            </a:schemeClr>
          </a:solidFill>
          <a:prstDash val="dash"/>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3F679A8-A18F-074C-82BE-4783B905E82A}">
      <dsp:nvSpPr>
        <dsp:cNvPr id="0" name=""/>
        <dsp:cNvSpPr/>
      </dsp:nvSpPr>
      <dsp:spPr>
        <a:xfrm>
          <a:off x="1182947" y="2719506"/>
          <a:ext cx="139461" cy="139461"/>
        </a:xfrm>
        <a:prstGeom prst="ellipse">
          <a:avLst/>
        </a:prstGeom>
        <a:solidFill>
          <a:schemeClr val="lt1">
            <a:alpha val="90000"/>
            <a:hueOff val="0"/>
            <a:satOff val="0"/>
            <a:lumOff val="0"/>
            <a:alphaOff val="0"/>
          </a:schemeClr>
        </a:solidFill>
        <a:ln w="9525" cap="flat" cmpd="sng" algn="ctr">
          <a:noFill/>
          <a:prstDash val="solid"/>
          <a:miter lim="800000"/>
        </a:ln>
        <a:effectLst/>
      </dsp:spPr>
      <dsp:style>
        <a:lnRef idx="1">
          <a:scrgbClr r="0" g="0" b="0"/>
        </a:lnRef>
        <a:fillRef idx="1">
          <a:scrgbClr r="0" g="0" b="0"/>
        </a:fillRef>
        <a:effectRef idx="2">
          <a:scrgbClr r="0" g="0" b="0"/>
        </a:effectRef>
        <a:fontRef idx="minor"/>
      </dsp:style>
    </dsp:sp>
    <dsp:sp modelId="{0E3DFA9E-5CEF-7740-8BC7-BD6DC91E4250}">
      <dsp:nvSpPr>
        <dsp:cNvPr id="0" name=""/>
        <dsp:cNvSpPr/>
      </dsp:nvSpPr>
      <dsp:spPr>
        <a:xfrm>
          <a:off x="2434861" y="2719506"/>
          <a:ext cx="139461" cy="139461"/>
        </a:xfrm>
        <a:prstGeom prst="ellipse">
          <a:avLst/>
        </a:prstGeom>
        <a:solidFill>
          <a:schemeClr val="lt1">
            <a:alpha val="90000"/>
            <a:hueOff val="0"/>
            <a:satOff val="0"/>
            <a:lumOff val="0"/>
            <a:alphaOff val="0"/>
          </a:schemeClr>
        </a:solidFill>
        <a:ln w="9525" cap="flat" cmpd="sng" algn="ctr">
          <a:noFill/>
          <a:prstDash val="solid"/>
          <a:miter lim="800000"/>
        </a:ln>
        <a:effectLst/>
      </dsp:spPr>
      <dsp:style>
        <a:lnRef idx="1">
          <a:scrgbClr r="0" g="0" b="0"/>
        </a:lnRef>
        <a:fillRef idx="1">
          <a:scrgbClr r="0" g="0" b="0"/>
        </a:fillRef>
        <a:effectRef idx="2">
          <a:scrgbClr r="0" g="0" b="0"/>
        </a:effectRef>
        <a:fontRef idx="minor"/>
      </dsp:style>
    </dsp:sp>
    <dsp:sp modelId="{242FAEEF-76D2-E04D-BCE6-DD994F5CA7E8}">
      <dsp:nvSpPr>
        <dsp:cNvPr id="0" name=""/>
        <dsp:cNvSpPr/>
      </dsp:nvSpPr>
      <dsp:spPr>
        <a:xfrm>
          <a:off x="2754975" y="2995641"/>
          <a:ext cx="2003062" cy="630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2025</a:t>
          </a:r>
        </a:p>
      </dsp:txBody>
      <dsp:txXfrm>
        <a:off x="2754975" y="2995641"/>
        <a:ext cx="2003062" cy="630367"/>
      </dsp:txXfrm>
    </dsp:sp>
    <dsp:sp modelId="{7DDF99A0-D1DD-4941-ABB7-39960167F78E}">
      <dsp:nvSpPr>
        <dsp:cNvPr id="0" name=""/>
        <dsp:cNvSpPr/>
      </dsp:nvSpPr>
      <dsp:spPr>
        <a:xfrm>
          <a:off x="2654822" y="951129"/>
          <a:ext cx="2203369" cy="778197"/>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Q3 2025: Global rollout (Europe, Asia) </a:t>
          </a:r>
        </a:p>
      </dsp:txBody>
      <dsp:txXfrm>
        <a:off x="2654822" y="951129"/>
        <a:ext cx="2203369" cy="778197"/>
      </dsp:txXfrm>
    </dsp:sp>
    <dsp:sp modelId="{08FFE8BD-DB77-2F4A-B4AF-0B26CAC770A0}">
      <dsp:nvSpPr>
        <dsp:cNvPr id="0" name=""/>
        <dsp:cNvSpPr/>
      </dsp:nvSpPr>
      <dsp:spPr>
        <a:xfrm>
          <a:off x="3756507" y="1729327"/>
          <a:ext cx="0" cy="948340"/>
        </a:xfrm>
        <a:prstGeom prst="line">
          <a:avLst/>
        </a:prstGeom>
        <a:gradFill rotWithShape="0">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w="6350" cap="flat" cmpd="sng" algn="ctr">
          <a:solidFill>
            <a:schemeClr val="accent4">
              <a:hueOff val="0"/>
              <a:satOff val="0"/>
              <a:lumOff val="0"/>
              <a:alphaOff val="0"/>
            </a:schemeClr>
          </a:solidFill>
          <a:prstDash val="dash"/>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9819701-46DF-BB4B-BF90-12F54D47D4F1}">
      <dsp:nvSpPr>
        <dsp:cNvPr id="0" name=""/>
        <dsp:cNvSpPr/>
      </dsp:nvSpPr>
      <dsp:spPr>
        <a:xfrm>
          <a:off x="4006889" y="1952466"/>
          <a:ext cx="2003062" cy="630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2025</a:t>
          </a:r>
        </a:p>
      </dsp:txBody>
      <dsp:txXfrm>
        <a:off x="4006889" y="1952466"/>
        <a:ext cx="2003062" cy="630367"/>
      </dsp:txXfrm>
    </dsp:sp>
    <dsp:sp modelId="{F95E3C6A-303C-9E41-95E8-6C81BAB9419B}">
      <dsp:nvSpPr>
        <dsp:cNvPr id="0" name=""/>
        <dsp:cNvSpPr/>
      </dsp:nvSpPr>
      <dsp:spPr>
        <a:xfrm>
          <a:off x="3906736" y="3849147"/>
          <a:ext cx="2203369" cy="924109"/>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Q4 2025: Software update with new features</a:t>
          </a:r>
        </a:p>
      </dsp:txBody>
      <dsp:txXfrm>
        <a:off x="3906736" y="3849147"/>
        <a:ext cx="2203369" cy="924109"/>
      </dsp:txXfrm>
    </dsp:sp>
    <dsp:sp modelId="{0988DA09-EDA3-8247-A3B0-89EAF3703BD7}">
      <dsp:nvSpPr>
        <dsp:cNvPr id="0" name=""/>
        <dsp:cNvSpPr/>
      </dsp:nvSpPr>
      <dsp:spPr>
        <a:xfrm>
          <a:off x="5008421" y="2900806"/>
          <a:ext cx="0" cy="948340"/>
        </a:xfrm>
        <a:prstGeom prst="line">
          <a:avLst/>
        </a:prstGeom>
        <a:gradFill rotWithShape="0">
          <a:gsLst>
            <a:gs pos="0">
              <a:schemeClr val="accent5">
                <a:tint val="94000"/>
                <a:satMod val="103000"/>
                <a:lumMod val="102000"/>
              </a:schemeClr>
            </a:gs>
            <a:gs pos="50000">
              <a:schemeClr val="accent5">
                <a:shade val="100000"/>
                <a:satMod val="110000"/>
                <a:lumMod val="100000"/>
              </a:schemeClr>
            </a:gs>
            <a:gs pos="100000">
              <a:schemeClr val="accent5">
                <a:shade val="78000"/>
                <a:satMod val="120000"/>
                <a:lumMod val="99000"/>
              </a:schemeClr>
            </a:gs>
          </a:gsLst>
          <a:lin ang="5400000" scaled="0"/>
        </a:gradFill>
        <a:ln w="6350" cap="flat" cmpd="sng" algn="ctr">
          <a:solidFill>
            <a:schemeClr val="accent5">
              <a:hueOff val="0"/>
              <a:satOff val="0"/>
              <a:lumOff val="0"/>
              <a:alphaOff val="0"/>
            </a:schemeClr>
          </a:solidFill>
          <a:prstDash val="dash"/>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96DAD47-526A-1E41-8B91-35F319048E29}">
      <dsp:nvSpPr>
        <dsp:cNvPr id="0" name=""/>
        <dsp:cNvSpPr/>
      </dsp:nvSpPr>
      <dsp:spPr>
        <a:xfrm>
          <a:off x="3686776" y="2719506"/>
          <a:ext cx="139461" cy="139461"/>
        </a:xfrm>
        <a:prstGeom prst="ellipse">
          <a:avLst/>
        </a:prstGeom>
        <a:solidFill>
          <a:schemeClr val="lt1">
            <a:alpha val="90000"/>
            <a:hueOff val="0"/>
            <a:satOff val="0"/>
            <a:lumOff val="0"/>
            <a:alphaOff val="0"/>
          </a:schemeClr>
        </a:solidFill>
        <a:ln w="9525" cap="flat" cmpd="sng" algn="ctr">
          <a:noFill/>
          <a:prstDash val="solid"/>
          <a:miter lim="800000"/>
        </a:ln>
        <a:effectLst/>
      </dsp:spPr>
      <dsp:style>
        <a:lnRef idx="1">
          <a:scrgbClr r="0" g="0" b="0"/>
        </a:lnRef>
        <a:fillRef idx="1">
          <a:scrgbClr r="0" g="0" b="0"/>
        </a:fillRef>
        <a:effectRef idx="2">
          <a:scrgbClr r="0" g="0" b="0"/>
        </a:effectRef>
        <a:fontRef idx="minor"/>
      </dsp:style>
    </dsp:sp>
    <dsp:sp modelId="{D0C924D0-E0D6-4F42-B1A5-96555A742632}">
      <dsp:nvSpPr>
        <dsp:cNvPr id="0" name=""/>
        <dsp:cNvSpPr/>
      </dsp:nvSpPr>
      <dsp:spPr>
        <a:xfrm>
          <a:off x="4938690" y="2719506"/>
          <a:ext cx="139461" cy="139461"/>
        </a:xfrm>
        <a:prstGeom prst="ellipse">
          <a:avLst/>
        </a:prstGeom>
        <a:solidFill>
          <a:schemeClr val="lt1">
            <a:alpha val="90000"/>
            <a:hueOff val="0"/>
            <a:satOff val="0"/>
            <a:lumOff val="0"/>
            <a:alphaOff val="0"/>
          </a:schemeClr>
        </a:solidFill>
        <a:ln w="9525" cap="flat" cmpd="sng" algn="ctr">
          <a:noFill/>
          <a:prstDash val="solid"/>
          <a:miter lim="800000"/>
        </a:ln>
        <a:effectLst/>
      </dsp:spPr>
      <dsp:style>
        <a:lnRef idx="1">
          <a:scrgbClr r="0" g="0" b="0"/>
        </a:lnRef>
        <a:fillRef idx="1">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899DFA-4D15-4F52-85C8-8489CA1E4EB8}">
      <dsp:nvSpPr>
        <dsp:cNvPr id="0" name=""/>
        <dsp:cNvSpPr/>
      </dsp:nvSpPr>
      <dsp:spPr>
        <a:xfrm>
          <a:off x="0" y="680"/>
          <a:ext cx="6261100" cy="15934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7B0292-D22C-424E-9383-DB654BB7B8E6}">
      <dsp:nvSpPr>
        <dsp:cNvPr id="0" name=""/>
        <dsp:cNvSpPr/>
      </dsp:nvSpPr>
      <dsp:spPr>
        <a:xfrm>
          <a:off x="482021" y="359209"/>
          <a:ext cx="876403" cy="8764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454F20-3667-44FD-9E5F-925A2F93BECB}">
      <dsp:nvSpPr>
        <dsp:cNvPr id="0" name=""/>
        <dsp:cNvSpPr/>
      </dsp:nvSpPr>
      <dsp:spPr>
        <a:xfrm>
          <a:off x="1840447" y="680"/>
          <a:ext cx="4420652" cy="1593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1111250">
            <a:lnSpc>
              <a:spcPct val="90000"/>
            </a:lnSpc>
            <a:spcBef>
              <a:spcPct val="0"/>
            </a:spcBef>
            <a:spcAft>
              <a:spcPct val="35000"/>
            </a:spcAft>
            <a:buNone/>
          </a:pPr>
          <a:r>
            <a:rPr lang="en-IN" sz="2500" kern="1200"/>
            <a:t>"The Nova SmartHub: Connecting your world, intelligently." </a:t>
          </a:r>
          <a:endParaRPr lang="en-US" sz="2500" kern="1200"/>
        </a:p>
      </dsp:txBody>
      <dsp:txXfrm>
        <a:off x="1840447" y="680"/>
        <a:ext cx="4420652" cy="1593460"/>
      </dsp:txXfrm>
    </dsp:sp>
    <dsp:sp modelId="{CE1BA2CD-431C-475D-992C-8D069F099ACF}">
      <dsp:nvSpPr>
        <dsp:cNvPr id="0" name=""/>
        <dsp:cNvSpPr/>
      </dsp:nvSpPr>
      <dsp:spPr>
        <a:xfrm>
          <a:off x="0" y="1992507"/>
          <a:ext cx="6261100" cy="15934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DE9BAC-E53D-43FD-83B7-939FEF94D025}">
      <dsp:nvSpPr>
        <dsp:cNvPr id="0" name=""/>
        <dsp:cNvSpPr/>
      </dsp:nvSpPr>
      <dsp:spPr>
        <a:xfrm>
          <a:off x="482021" y="2351035"/>
          <a:ext cx="876403" cy="8764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AF109B-58BF-468B-93C8-0A4FC993FB2E}">
      <dsp:nvSpPr>
        <dsp:cNvPr id="0" name=""/>
        <dsp:cNvSpPr/>
      </dsp:nvSpPr>
      <dsp:spPr>
        <a:xfrm>
          <a:off x="1840447" y="1992507"/>
          <a:ext cx="4420652" cy="1593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1111250">
            <a:lnSpc>
              <a:spcPct val="90000"/>
            </a:lnSpc>
            <a:spcBef>
              <a:spcPct val="0"/>
            </a:spcBef>
            <a:spcAft>
              <a:spcPct val="35000"/>
            </a:spcAft>
            <a:buNone/>
          </a:pPr>
          <a:r>
            <a:rPr lang="en-IN" sz="2500" kern="1200"/>
            <a:t>Questions? Let’s discuss! </a:t>
          </a:r>
          <a:endParaRPr lang="en-US" sz="2500" kern="1200"/>
        </a:p>
      </dsp:txBody>
      <dsp:txXfrm>
        <a:off x="1840447" y="1992507"/>
        <a:ext cx="4420652" cy="1593460"/>
      </dsp:txXfrm>
    </dsp:sp>
    <dsp:sp modelId="{D8176B30-B19C-486E-95A5-A997332BF9A7}">
      <dsp:nvSpPr>
        <dsp:cNvPr id="0" name=""/>
        <dsp:cNvSpPr/>
      </dsp:nvSpPr>
      <dsp:spPr>
        <a:xfrm>
          <a:off x="0" y="3984333"/>
          <a:ext cx="6261100" cy="15934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236A4-A5F7-4BBC-82C0-169D62866ECC}">
      <dsp:nvSpPr>
        <dsp:cNvPr id="0" name=""/>
        <dsp:cNvSpPr/>
      </dsp:nvSpPr>
      <dsp:spPr>
        <a:xfrm>
          <a:off x="482021" y="4342861"/>
          <a:ext cx="876403" cy="8764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605FE0-0048-4BB6-AD82-7F8AABC5971F}">
      <dsp:nvSpPr>
        <dsp:cNvPr id="0" name=""/>
        <dsp:cNvSpPr/>
      </dsp:nvSpPr>
      <dsp:spPr>
        <a:xfrm>
          <a:off x="1840447" y="3984333"/>
          <a:ext cx="4420652" cy="1593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1111250">
            <a:lnSpc>
              <a:spcPct val="90000"/>
            </a:lnSpc>
            <a:spcBef>
              <a:spcPct val="0"/>
            </a:spcBef>
            <a:spcAft>
              <a:spcPct val="35000"/>
            </a:spcAft>
            <a:buNone/>
          </a:pPr>
          <a:r>
            <a:rPr lang="en-IN" sz="2500" kern="1200"/>
            <a:t>Follow us: @xTechInnovations on X</a:t>
          </a:r>
          <a:endParaRPr lang="en-US" sz="2500" kern="1200"/>
        </a:p>
      </dsp:txBody>
      <dsp:txXfrm>
        <a:off x="1840447" y="3984333"/>
        <a:ext cx="4420652" cy="159346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E38EBEE-B398-684E-A88E-1BF4EA58D7A7}" type="datetimeFigureOut">
              <a:rPr lang="en-US" smtClean="0"/>
              <a:t>3/28/25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9E4BD7-4188-D442-A2C2-5395A95CCFB9}" type="slidenum">
              <a:rPr lang="en-US" smtClean="0"/>
              <a:t>‹#›</a:t>
            </a:fld>
            <a:endParaRPr lang="en-US"/>
          </a:p>
        </p:txBody>
      </p:sp>
      <p:pic>
        <p:nvPicPr>
          <p:cNvPr id="7" name="Picture 6" descr="A black circle with yellow text&#10;&#10;Description automatically generated">
            <a:extLst>
              <a:ext uri="{FF2B5EF4-FFF2-40B4-BE49-F238E27FC236}">
                <a16:creationId xmlns:a16="http://schemas.microsoft.com/office/drawing/2014/main" id="{BAA91C78-447F-BB6A-803C-AEEBDAA2E881}"/>
              </a:ext>
            </a:extLst>
          </p:cNvPr>
          <p:cNvPicPr>
            <a:picLocks noChangeAspect="1"/>
          </p:cNvPicPr>
          <p:nvPr userDrawn="1"/>
        </p:nvPicPr>
        <p:blipFill rotWithShape="1">
          <a:blip r:embed="rId2"/>
          <a:srcRect l="13586" t="13531" r="12703" b="15848"/>
          <a:stretch/>
        </p:blipFill>
        <p:spPr>
          <a:xfrm>
            <a:off x="11447415" y="6147668"/>
            <a:ext cx="741409" cy="710332"/>
          </a:xfrm>
          <a:prstGeom prst="rect">
            <a:avLst/>
          </a:prstGeom>
        </p:spPr>
      </p:pic>
    </p:spTree>
    <p:extLst>
      <p:ext uri="{BB962C8B-B14F-4D97-AF65-F5344CB8AC3E}">
        <p14:creationId xmlns:p14="http://schemas.microsoft.com/office/powerpoint/2010/main" val="2590868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8EBEE-B398-684E-A88E-1BF4EA58D7A7}" type="datetimeFigureOut">
              <a:rPr lang="en-US" smtClean="0"/>
              <a:t>3/28/25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2367030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8EBEE-B398-684E-A88E-1BF4EA58D7A7}" type="datetimeFigureOut">
              <a:rPr lang="en-US" smtClean="0"/>
              <a:t>3/28/25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3522234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E38EBEE-B398-684E-A88E-1BF4EA58D7A7}" type="datetimeFigureOut">
              <a:rPr lang="en-US" smtClean="0"/>
              <a:t>3/28/25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1116794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E38EBEE-B398-684E-A88E-1BF4EA58D7A7}" type="datetimeFigureOut">
              <a:rPr lang="en-US" smtClean="0"/>
              <a:t>3/28/25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2381045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E38EBEE-B398-684E-A88E-1BF4EA58D7A7}" type="datetimeFigureOut">
              <a:rPr lang="en-US" smtClean="0"/>
              <a:t>3/28/25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2456881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8EBEE-B398-684E-A88E-1BF4EA58D7A7}" type="datetimeFigureOut">
              <a:rPr lang="en-US" smtClean="0"/>
              <a:t>3/28/25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192328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E38EBEE-B398-684E-A88E-1BF4EA58D7A7}" type="datetimeFigureOut">
              <a:rPr lang="en-US" smtClean="0"/>
              <a:t>3/28/25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3229921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E38EBEE-B398-684E-A88E-1BF4EA58D7A7}" type="datetimeFigureOut">
              <a:rPr lang="en-US" smtClean="0"/>
              <a:t>3/28/25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2333264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8EBEE-B398-684E-A88E-1BF4EA58D7A7}" type="datetimeFigureOut">
              <a:rPr lang="en-US" smtClean="0"/>
              <a:t>3/28/25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224504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8EBEE-B398-684E-A88E-1BF4EA58D7A7}" type="datetimeFigureOut">
              <a:rPr lang="en-US" smtClean="0"/>
              <a:t>3/28/25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9E4BD7-4188-D442-A2C2-5395A95CCFB9}" type="slidenum">
              <a:rPr lang="en-US" smtClean="0"/>
              <a:t>‹#›</a:t>
            </a:fld>
            <a:endParaRPr lang="en-US"/>
          </a:p>
        </p:txBody>
      </p:sp>
    </p:spTree>
    <p:extLst>
      <p:ext uri="{BB962C8B-B14F-4D97-AF65-F5344CB8AC3E}">
        <p14:creationId xmlns:p14="http://schemas.microsoft.com/office/powerpoint/2010/main" val="3293535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38EBEE-B398-684E-A88E-1BF4EA58D7A7}" type="datetimeFigureOut">
              <a:rPr lang="en-US" smtClean="0"/>
              <a:t>3/28/25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9E4BD7-4188-D442-A2C2-5395A95CCFB9}" type="slidenum">
              <a:rPr lang="en-US" smtClean="0"/>
              <a:t>‹#›</a:t>
            </a:fld>
            <a:endParaRPr lang="en-US"/>
          </a:p>
        </p:txBody>
      </p:sp>
    </p:spTree>
    <p:extLst>
      <p:ext uri="{BB962C8B-B14F-4D97-AF65-F5344CB8AC3E}">
        <p14:creationId xmlns:p14="http://schemas.microsoft.com/office/powerpoint/2010/main" val="55594651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11" name="Picture 10" descr="A white box with blue lights&#10;&#10;Description automatically generated">
            <a:extLst>
              <a:ext uri="{FF2B5EF4-FFF2-40B4-BE49-F238E27FC236}">
                <a16:creationId xmlns:a16="http://schemas.microsoft.com/office/drawing/2014/main" id="{27A951C3-1E6C-019E-E280-B6FE4A4BE7C1}"/>
              </a:ext>
            </a:extLst>
          </p:cNvPr>
          <p:cNvPicPr>
            <a:picLocks noChangeAspect="1"/>
          </p:cNvPicPr>
          <p:nvPr/>
        </p:nvPicPr>
        <p:blipFill>
          <a:blip r:embed="rId2"/>
          <a:srcRect r="17400"/>
          <a:stretch/>
        </p:blipFill>
        <p:spPr>
          <a:xfrm>
            <a:off x="4644526" y="10"/>
            <a:ext cx="7552945" cy="6857990"/>
          </a:xfrm>
          <a:prstGeom prst="rect">
            <a:avLst/>
          </a:prstGeom>
          <a:ln>
            <a:noFill/>
          </a:ln>
          <a:effectLst/>
        </p:spPr>
      </p:pic>
      <p:sp>
        <p:nvSpPr>
          <p:cNvPr id="5" name="TextBox 4">
            <a:extLst>
              <a:ext uri="{FF2B5EF4-FFF2-40B4-BE49-F238E27FC236}">
                <a16:creationId xmlns:a16="http://schemas.microsoft.com/office/drawing/2014/main" id="{F9CFE05D-8E17-8B10-4A95-6A4232C9FC32}"/>
              </a:ext>
            </a:extLst>
          </p:cNvPr>
          <p:cNvSpPr txBox="1"/>
          <p:nvPr/>
        </p:nvSpPr>
        <p:spPr>
          <a:xfrm>
            <a:off x="680322" y="2063262"/>
            <a:ext cx="3739278" cy="2661138"/>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5400" dirty="0">
                <a:latin typeface="+mj-lt"/>
                <a:ea typeface="+mj-ea"/>
                <a:cs typeface="+mj-cs"/>
              </a:rPr>
              <a:t>Introducing the Nova </a:t>
            </a:r>
            <a:r>
              <a:rPr lang="en-US" sz="5400" dirty="0" err="1">
                <a:latin typeface="+mj-lt"/>
                <a:ea typeface="+mj-ea"/>
                <a:cs typeface="+mj-cs"/>
              </a:rPr>
              <a:t>SmartHub</a:t>
            </a:r>
            <a:endParaRPr lang="en-US" sz="5400" dirty="0">
              <a:latin typeface="+mj-lt"/>
              <a:ea typeface="+mj-ea"/>
              <a:cs typeface="+mj-cs"/>
            </a:endParaRPr>
          </a:p>
        </p:txBody>
      </p:sp>
      <p:sp>
        <p:nvSpPr>
          <p:cNvPr id="7" name="TextBox 6">
            <a:extLst>
              <a:ext uri="{FF2B5EF4-FFF2-40B4-BE49-F238E27FC236}">
                <a16:creationId xmlns:a16="http://schemas.microsoft.com/office/drawing/2014/main" id="{D0E37846-466F-F88C-C4D7-28293A199CF8}"/>
              </a:ext>
            </a:extLst>
          </p:cNvPr>
          <p:cNvSpPr txBox="1"/>
          <p:nvPr/>
        </p:nvSpPr>
        <p:spPr>
          <a:xfrm>
            <a:off x="680323" y="5101298"/>
            <a:ext cx="3739277" cy="1116622"/>
          </a:xfrm>
          <a:prstGeom prst="rect">
            <a:avLst/>
          </a:prstGeom>
        </p:spPr>
        <p:txBody>
          <a:bodyPr vert="horz" lIns="91440" tIns="45720" rIns="91440" bIns="45720" rtlCol="0">
            <a:normAutofit/>
          </a:bodyPr>
          <a:lstStyle/>
          <a:p>
            <a:pPr algn="r" defTabSz="914400">
              <a:lnSpc>
                <a:spcPct val="90000"/>
              </a:lnSpc>
              <a:spcBef>
                <a:spcPts val="1000"/>
              </a:spcBef>
            </a:pPr>
            <a:r>
              <a:rPr lang="en-US" sz="2000"/>
              <a:t>The Future of Connected Living</a:t>
            </a:r>
          </a:p>
        </p:txBody>
      </p:sp>
    </p:spTree>
    <p:extLst>
      <p:ext uri="{BB962C8B-B14F-4D97-AF65-F5344CB8AC3E}">
        <p14:creationId xmlns:p14="http://schemas.microsoft.com/office/powerpoint/2010/main" val="2936101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CFE05D-8E17-8B10-4A95-6A4232C9FC32}"/>
              </a:ext>
            </a:extLst>
          </p:cNvPr>
          <p:cNvSpPr txBox="1"/>
          <p:nvPr/>
        </p:nvSpPr>
        <p:spPr>
          <a:xfrm>
            <a:off x="640080" y="325369"/>
            <a:ext cx="4368602" cy="195684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a:latin typeface="+mj-lt"/>
                <a:ea typeface="+mj-ea"/>
                <a:cs typeface="+mj-cs"/>
              </a:rPr>
              <a:t>What to Expect Today</a:t>
            </a:r>
          </a:p>
        </p:txBody>
      </p:sp>
      <p:sp>
        <p:nvSpPr>
          <p:cNvPr id="7" name="TextBox 6">
            <a:extLst>
              <a:ext uri="{FF2B5EF4-FFF2-40B4-BE49-F238E27FC236}">
                <a16:creationId xmlns:a16="http://schemas.microsoft.com/office/drawing/2014/main" id="{D0E37846-466F-F88C-C4D7-28293A199CF8}"/>
              </a:ext>
            </a:extLst>
          </p:cNvPr>
          <p:cNvSpPr txBox="1"/>
          <p:nvPr/>
        </p:nvSpPr>
        <p:spPr>
          <a:xfrm>
            <a:off x="640080" y="2872899"/>
            <a:ext cx="4243589" cy="3320668"/>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sz="2200"/>
              <a:t>Welcome &amp; Introduction </a:t>
            </a:r>
          </a:p>
          <a:p>
            <a:pPr marL="342900" indent="-228600">
              <a:lnSpc>
                <a:spcPct val="90000"/>
              </a:lnSpc>
              <a:spcAft>
                <a:spcPts val="600"/>
              </a:spcAft>
              <a:buFont typeface="Arial" panose="020B0604020202020204" pitchFamily="34" charset="0"/>
              <a:buChar char="•"/>
            </a:pPr>
            <a:r>
              <a:rPr lang="en-US" sz="2200"/>
              <a:t>The Problem We’re Solving </a:t>
            </a:r>
          </a:p>
          <a:p>
            <a:pPr marL="342900" indent="-228600">
              <a:lnSpc>
                <a:spcPct val="90000"/>
              </a:lnSpc>
              <a:spcAft>
                <a:spcPts val="600"/>
              </a:spcAft>
              <a:buFont typeface="Arial" panose="020B0604020202020204" pitchFamily="34" charset="0"/>
              <a:buChar char="•"/>
            </a:pPr>
            <a:r>
              <a:rPr lang="en-US" sz="2200"/>
              <a:t>Introducing the Nova SmartHub </a:t>
            </a:r>
          </a:p>
          <a:p>
            <a:pPr marL="342900" indent="-228600">
              <a:lnSpc>
                <a:spcPct val="90000"/>
              </a:lnSpc>
              <a:spcAft>
                <a:spcPts val="600"/>
              </a:spcAft>
              <a:buFont typeface="Arial" panose="020B0604020202020204" pitchFamily="34" charset="0"/>
              <a:buChar char="•"/>
            </a:pPr>
            <a:r>
              <a:rPr lang="en-US" sz="2200"/>
              <a:t>Key Features &amp; Benefits </a:t>
            </a:r>
          </a:p>
          <a:p>
            <a:pPr marL="342900" indent="-228600">
              <a:lnSpc>
                <a:spcPct val="90000"/>
              </a:lnSpc>
              <a:spcAft>
                <a:spcPts val="600"/>
              </a:spcAft>
              <a:buFont typeface="Arial" panose="020B0604020202020204" pitchFamily="34" charset="0"/>
              <a:buChar char="•"/>
            </a:pPr>
            <a:r>
              <a:rPr lang="en-US" sz="2200"/>
              <a:t>Market Opportunity </a:t>
            </a:r>
          </a:p>
          <a:p>
            <a:pPr marL="342900" indent="-228600">
              <a:lnSpc>
                <a:spcPct val="90000"/>
              </a:lnSpc>
              <a:spcAft>
                <a:spcPts val="600"/>
              </a:spcAft>
              <a:buFont typeface="Arial" panose="020B0604020202020204" pitchFamily="34" charset="0"/>
              <a:buChar char="•"/>
            </a:pPr>
            <a:r>
              <a:rPr lang="en-US" sz="2200"/>
              <a:t>Launch Timeline &amp; Availability </a:t>
            </a:r>
          </a:p>
          <a:p>
            <a:pPr marL="342900" indent="-228600">
              <a:lnSpc>
                <a:spcPct val="90000"/>
              </a:lnSpc>
              <a:spcAft>
                <a:spcPts val="600"/>
              </a:spcAft>
              <a:buFont typeface="Arial" panose="020B0604020202020204" pitchFamily="34" charset="0"/>
              <a:buChar char="•"/>
            </a:pPr>
            <a:r>
              <a:rPr lang="en-US" sz="2200"/>
              <a:t>Q&amp;A</a:t>
            </a:r>
          </a:p>
        </p:txBody>
      </p:sp>
      <p:pic>
        <p:nvPicPr>
          <p:cNvPr id="3" name="Picture 2" descr="A computer monitor surrounded by many televisions&#10;&#10;Description automatically generated">
            <a:extLst>
              <a:ext uri="{FF2B5EF4-FFF2-40B4-BE49-F238E27FC236}">
                <a16:creationId xmlns:a16="http://schemas.microsoft.com/office/drawing/2014/main" id="{1023783D-ED92-D175-B26B-47762290D6B4}"/>
              </a:ext>
            </a:extLst>
          </p:cNvPr>
          <p:cNvPicPr>
            <a:picLocks noChangeAspect="1"/>
          </p:cNvPicPr>
          <p:nvPr/>
        </p:nvPicPr>
        <p:blipFill>
          <a:blip r:embed="rId2"/>
          <a:srcRect l="9488" r="15285"/>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736055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CFE05D-8E17-8B10-4A95-6A4232C9FC32}"/>
              </a:ext>
            </a:extLst>
          </p:cNvPr>
          <p:cNvSpPr txBox="1"/>
          <p:nvPr/>
        </p:nvSpPr>
        <p:spPr>
          <a:xfrm>
            <a:off x="550863" y="365125"/>
            <a:ext cx="11090274"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chemeClr val="tx1"/>
                </a:solidFill>
                <a:latin typeface="+mj-lt"/>
                <a:ea typeface="+mj-ea"/>
                <a:cs typeface="+mj-cs"/>
              </a:rPr>
              <a:t>Why We Need a Change</a:t>
            </a:r>
          </a:p>
        </p:txBody>
      </p:sp>
      <p:graphicFrame>
        <p:nvGraphicFramePr>
          <p:cNvPr id="24" name="TextBox 6">
            <a:extLst>
              <a:ext uri="{FF2B5EF4-FFF2-40B4-BE49-F238E27FC236}">
                <a16:creationId xmlns:a16="http://schemas.microsoft.com/office/drawing/2014/main" id="{BBC23246-4C1A-9B47-463A-62CD946DBDC5}"/>
              </a:ext>
            </a:extLst>
          </p:cNvPr>
          <p:cNvGraphicFramePr/>
          <p:nvPr>
            <p:extLst>
              <p:ext uri="{D42A27DB-BD31-4B8C-83A1-F6EECF244321}">
                <p14:modId xmlns:p14="http://schemas.microsoft.com/office/powerpoint/2010/main" val="1637263130"/>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641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CFE05D-8E17-8B10-4A95-6A4232C9FC32}"/>
              </a:ext>
            </a:extLst>
          </p:cNvPr>
          <p:cNvSpPr txBox="1"/>
          <p:nvPr/>
        </p:nvSpPr>
        <p:spPr>
          <a:xfrm>
            <a:off x="680321" y="2063262"/>
            <a:ext cx="3739279" cy="2661052"/>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r>
              <a:rPr lang="en-US" sz="4400">
                <a:latin typeface="+mj-lt"/>
                <a:ea typeface="+mj-ea"/>
                <a:cs typeface="+mj-cs"/>
              </a:rPr>
              <a:t>When Can You Get It?</a:t>
            </a:r>
          </a:p>
        </p:txBody>
      </p:sp>
      <p:graphicFrame>
        <p:nvGraphicFramePr>
          <p:cNvPr id="7" name="TextBox 2">
            <a:extLst>
              <a:ext uri="{FF2B5EF4-FFF2-40B4-BE49-F238E27FC236}">
                <a16:creationId xmlns:a16="http://schemas.microsoft.com/office/drawing/2014/main" id="{C2D71F08-617D-0FD8-AAC0-ED78F7108507}"/>
              </a:ext>
            </a:extLst>
          </p:cNvPr>
          <p:cNvGraphicFramePr/>
          <p:nvPr>
            <p:extLst>
              <p:ext uri="{D42A27DB-BD31-4B8C-83A1-F6EECF244321}">
                <p14:modId xmlns:p14="http://schemas.microsoft.com/office/powerpoint/2010/main" val="3061579958"/>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5901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CFE05D-8E17-8B10-4A95-6A4232C9FC32}"/>
              </a:ext>
            </a:extLst>
          </p:cNvPr>
          <p:cNvSpPr txBox="1"/>
          <p:nvPr/>
        </p:nvSpPr>
        <p:spPr>
          <a:xfrm>
            <a:off x="680321" y="2063262"/>
            <a:ext cx="3739279" cy="2661052"/>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r>
              <a:rPr lang="en-US" sz="4400">
                <a:latin typeface="+mj-lt"/>
                <a:ea typeface="+mj-ea"/>
                <a:cs typeface="+mj-cs"/>
              </a:rPr>
              <a:t>Thank You!</a:t>
            </a:r>
          </a:p>
        </p:txBody>
      </p:sp>
      <p:graphicFrame>
        <p:nvGraphicFramePr>
          <p:cNvPr id="7" name="TextBox 3">
            <a:extLst>
              <a:ext uri="{FF2B5EF4-FFF2-40B4-BE49-F238E27FC236}">
                <a16:creationId xmlns:a16="http://schemas.microsoft.com/office/drawing/2014/main" id="{295C124F-FAD7-5EB8-4E8E-ADA656E6AB1B}"/>
              </a:ext>
            </a:extLst>
          </p:cNvPr>
          <p:cNvGraphicFramePr/>
          <p:nvPr>
            <p:extLst>
              <p:ext uri="{D42A27DB-BD31-4B8C-83A1-F6EECF244321}">
                <p14:modId xmlns:p14="http://schemas.microsoft.com/office/powerpoint/2010/main" val="3201034853"/>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10342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TotalTime>
  <Words>131</Words>
  <Application>Microsoft Macintosh PowerPoint</Application>
  <PresentationFormat>Widescreen</PresentationFormat>
  <Paragraphs>27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Kadhiravan Jayachandiran</dc:creator>
  <cp:lastModifiedBy>Kadhiravan Jayachandiran</cp:lastModifiedBy>
  <cp:revision>3</cp:revision>
  <dcterms:created xsi:type="dcterms:W3CDTF">2025-03-28T08:05:12Z</dcterms:created>
  <dcterms:modified xsi:type="dcterms:W3CDTF">2025-03-28T08:21:41Z</dcterms:modified>
</cp:coreProperties>
</file>