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6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6FF"/>
    <a:srgbClr val="0097B2"/>
    <a:srgbClr val="C0FF72"/>
    <a:srgbClr val="FE5756"/>
    <a:srgbClr val="5BE1E7"/>
    <a:srgbClr val="FE66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94710"/>
  </p:normalViewPr>
  <p:slideViewPr>
    <p:cSldViewPr snapToGrid="0">
      <p:cViewPr>
        <p:scale>
          <a:sx n="100" d="100"/>
          <a:sy n="100" d="100"/>
        </p:scale>
        <p:origin x="65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FE66C3"/>
              </a:solidFill>
              <a:ln w="190500" cap="rnd">
                <a:solidFill>
                  <a:srgbClr val="FE66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089-A641-896C-46A3DA8B259A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0" cap="rnd">
                <a:solidFill>
                  <a:schemeClr val="bg1">
                    <a:lumMod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89-A641-896C-46A3DA8B259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3rd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9-A641-896C-46A3DA8B2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5BE1E7"/>
              </a:solidFill>
              <a:ln w="190500" cap="rnd">
                <a:solidFill>
                  <a:srgbClr val="5BE1E7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089-A641-896C-46A3DA8B259A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0" cap="rnd">
                <a:solidFill>
                  <a:schemeClr val="bg1">
                    <a:lumMod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89-A641-896C-46A3DA8B259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3rd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9-A641-896C-46A3DA8B2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FE5756"/>
              </a:solidFill>
              <a:ln w="190500" cap="rnd">
                <a:solidFill>
                  <a:srgbClr val="FE575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089-A641-896C-46A3DA8B259A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0" cap="rnd">
                <a:solidFill>
                  <a:schemeClr val="bg1">
                    <a:lumMod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89-A641-896C-46A3DA8B259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3rd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</c:v>
                </c:pt>
                <c:pt idx="1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9-A641-896C-46A3DA8B2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C0FF72"/>
              </a:solidFill>
              <a:ln w="190500" cap="rnd">
                <a:solidFill>
                  <a:srgbClr val="C0FF7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089-A641-896C-46A3DA8B259A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0" cap="rnd">
                <a:solidFill>
                  <a:schemeClr val="bg1">
                    <a:lumMod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89-A641-896C-46A3DA8B259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3rd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8.6999999999999993</c:v>
                </c:pt>
                <c:pt idx="1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9-A641-896C-46A3DA8B2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97B2"/>
              </a:solidFill>
              <a:ln w="190500" cap="rnd">
                <a:solidFill>
                  <a:srgbClr val="0097B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089-A641-896C-46A3DA8B259A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0" cap="rnd">
                <a:solidFill>
                  <a:schemeClr val="bg1">
                    <a:lumMod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89-A641-896C-46A3DA8B259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3rd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9-A641-896C-46A3DA8B2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FE5756"/>
              </a:solidFill>
              <a:ln w="190500" cap="rnd">
                <a:solidFill>
                  <a:srgbClr val="FE575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089-A641-896C-46A3DA8B259A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0" cap="rnd">
                <a:solidFill>
                  <a:schemeClr val="bg1">
                    <a:lumMod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89-A641-896C-46A3DA8B259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3rd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9-A641-896C-46A3DA8B2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0.34845</cdr:x>
      <cdr:y>0.39729</cdr:y>
    </cdr:from>
    <cdr:to>
      <cdr:x>0.65155</cdr:x>
      <cdr:y>0.60271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92ED464-2F52-9D9F-4C49-BFA82A44B0FA}"/>
            </a:ext>
          </a:extLst>
        </cdr:cNvPr>
        <cdr:cNvSpPr txBox="1"/>
      </cdr:nvSpPr>
      <cdr:spPr>
        <a:xfrm xmlns:a="http://schemas.openxmlformats.org/drawingml/2006/main">
          <a:off x="900808" y="933357"/>
          <a:ext cx="783537" cy="482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2400" b="1" dirty="0"/>
            <a:t>80%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0.34845</cdr:x>
      <cdr:y>0.39729</cdr:y>
    </cdr:from>
    <cdr:to>
      <cdr:x>0.65155</cdr:x>
      <cdr:y>0.60271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92ED464-2F52-9D9F-4C49-BFA82A44B0FA}"/>
            </a:ext>
          </a:extLst>
        </cdr:cNvPr>
        <cdr:cNvSpPr txBox="1"/>
      </cdr:nvSpPr>
      <cdr:spPr>
        <a:xfrm xmlns:a="http://schemas.openxmlformats.org/drawingml/2006/main">
          <a:off x="900808" y="933357"/>
          <a:ext cx="783537" cy="482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2400" b="1" dirty="0"/>
            <a:t>68%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0.34845</cdr:x>
      <cdr:y>0.39729</cdr:y>
    </cdr:from>
    <cdr:to>
      <cdr:x>0.65155</cdr:x>
      <cdr:y>0.60271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92ED464-2F52-9D9F-4C49-BFA82A44B0FA}"/>
            </a:ext>
          </a:extLst>
        </cdr:cNvPr>
        <cdr:cNvSpPr txBox="1"/>
      </cdr:nvSpPr>
      <cdr:spPr>
        <a:xfrm xmlns:a="http://schemas.openxmlformats.org/drawingml/2006/main">
          <a:off x="900808" y="933357"/>
          <a:ext cx="783537" cy="482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2400" b="1" dirty="0"/>
            <a:t>42%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0.3545</cdr:x>
      <cdr:y>0.41</cdr:y>
    </cdr:from>
    <cdr:to>
      <cdr:x>0.65761</cdr:x>
      <cdr:y>0.61542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92ED464-2F52-9D9F-4C49-BFA82A44B0FA}"/>
            </a:ext>
          </a:extLst>
        </cdr:cNvPr>
        <cdr:cNvSpPr txBox="1"/>
      </cdr:nvSpPr>
      <cdr:spPr>
        <a:xfrm xmlns:a="http://schemas.openxmlformats.org/drawingml/2006/main">
          <a:off x="661008" y="728430"/>
          <a:ext cx="565161" cy="36496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600" b="1" dirty="0"/>
            <a:t>87%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0.3545</cdr:x>
      <cdr:y>0.39729</cdr:y>
    </cdr:from>
    <cdr:to>
      <cdr:x>0.6576</cdr:x>
      <cdr:y>0.60271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92ED464-2F52-9D9F-4C49-BFA82A44B0FA}"/>
            </a:ext>
          </a:extLst>
        </cdr:cNvPr>
        <cdr:cNvSpPr txBox="1"/>
      </cdr:nvSpPr>
      <cdr:spPr>
        <a:xfrm xmlns:a="http://schemas.openxmlformats.org/drawingml/2006/main">
          <a:off x="661008" y="705852"/>
          <a:ext cx="565160" cy="36496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600" b="1" dirty="0"/>
            <a:t>82%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0.34845</cdr:x>
      <cdr:y>0.39729</cdr:y>
    </cdr:from>
    <cdr:to>
      <cdr:x>0.65155</cdr:x>
      <cdr:y>0.60271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92ED464-2F52-9D9F-4C49-BFA82A44B0FA}"/>
            </a:ext>
          </a:extLst>
        </cdr:cNvPr>
        <cdr:cNvSpPr txBox="1"/>
      </cdr:nvSpPr>
      <cdr:spPr>
        <a:xfrm xmlns:a="http://schemas.openxmlformats.org/drawingml/2006/main">
          <a:off x="900808" y="933357"/>
          <a:ext cx="783537" cy="482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2400" b="1" dirty="0"/>
            <a:t>70%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5253-0894-0792-EE68-FBB4A92B1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B2D6F5-27D4-499F-A185-427A6180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673A6-3A63-AE65-FABB-CAD1F887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9A7DE-7897-4F3D-E8B1-6A78DA82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7FA4C-0D57-92D2-CA90-FF83A1A9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7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884C-6079-2120-FEC8-36F04768F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4B6B-BCED-2301-3362-00FBA5BDA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5894B-A88E-BB93-26BF-74710AF6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8F10-87D3-365D-99E7-AEDA02D0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91F89-7783-6030-FD58-A880FD12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60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0502-BD23-BB14-C87E-878186B2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85E0C-75E1-04BB-6842-188841C6C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C4583-C4E7-E3FE-9257-BDB2F543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BE610-D072-D6F1-5BC9-726883F5F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EE388-B5D6-740B-BF30-80208B56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1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2ECCA-BEFC-1287-7263-258885AB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6D369-A448-7141-B1EE-AA0F8F194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9747E-CEDE-E092-25DF-3286B27B4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3EE7F-BCA1-232B-2E25-FEF5D7091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54956-0757-0ADE-9D84-CCFF824EB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BE145-4E74-99DA-B797-658749A3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7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7C99-6378-ECBF-DC59-FE141148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3D3C5-9BAB-7E54-E2D9-8CB72C13F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ADA45-7EE2-97E8-BC7A-38ADF865A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0188F5-BC75-7400-3A08-2F5014424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BF181-2B2D-5E72-C515-B9226705F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EAF85-963C-9DC9-1690-05ED6D01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F11FA-662F-B520-704A-EC72069A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EA542-522D-866A-2FF3-04DF046F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6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1D5F-E7FF-3AB1-57EC-E7AAED97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627209-CCB5-9023-583D-88258CE8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49721-E06C-5A46-8B70-D32A13CF6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B7534-1D6E-F698-FE39-FB6046A0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7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A4593C-B6FC-AD89-E54F-D2355CB4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28B78-549F-4623-1737-7A8B05CE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C87C3-EB79-6FB2-B367-9389D638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2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33FF4-CCA8-61A4-B94E-EFC049EA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7BB1A-D117-0E9A-CABA-990E4FCCA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6BCA9-1594-9D70-1657-8CE7D38EA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B7F99-0AC8-CFB8-435D-1970C3ABF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0B978-C4D6-2207-8B60-4A33AB642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BDDC7-F2DC-422A-E180-98D482FB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571D-28BB-1D10-D3F0-EE8E525C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AB1FE-98DA-D426-2C0A-D5CA2B01C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48B47-4DC7-E5C7-099B-4472481C9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195E1-A935-8333-1ED1-4A54DEB0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0CD0A-9B3D-52D4-F9FC-9DD94B1AD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9F31C-57E0-A206-97C1-861D23D3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1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5E3A-287F-7A29-B0AE-69623772F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8971D5-119A-FD21-37ED-2CC44B0E3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CD546-F4E3-893D-0969-F14D08B3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1F56D-0CA6-38DE-2DA6-A46E81C33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B1C01-3233-E2EF-F114-AB69F3F4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0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4D64B-E6BD-FACC-3410-6FE5E31146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D0FD6-2AEB-3EB7-8E9C-8129C81FB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1A3B2-3B91-75D0-0979-41CCD6437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5988C-5C85-917D-A303-42BEDD3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C6A2D-9095-C544-4AC3-197C52B3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3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CDFE5-16EC-0648-13D8-2DE0977B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71715-DD45-683C-AC5A-1BF21A0DD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ED242-5694-7CBC-8115-691908DDF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C1093-8A69-4340-ACEA-3F3EAF00D3C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6C8C7-7CF9-3FD9-A8DD-0E954AE97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8B925-4F77-C226-BE2D-43F7E4BF2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032392-F407-AF4C-A638-1A0896C7C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2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F25936-9F6C-A4BC-04D8-CA2E8E2F570C}"/>
              </a:ext>
            </a:extLst>
          </p:cNvPr>
          <p:cNvSpPr txBox="1"/>
          <p:nvPr/>
        </p:nvSpPr>
        <p:spPr>
          <a:xfrm>
            <a:off x="517426" y="495256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Company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F56AC69-DD9C-C2AD-5C9C-CFF37A5C23E3}"/>
              </a:ext>
            </a:extLst>
          </p:cNvPr>
          <p:cNvGrpSpPr/>
          <p:nvPr/>
        </p:nvGrpSpPr>
        <p:grpSpPr>
          <a:xfrm>
            <a:off x="1715912" y="1219200"/>
            <a:ext cx="2585154" cy="2657092"/>
            <a:chOff x="1286934" y="2009422"/>
            <a:chExt cx="2585154" cy="2657092"/>
          </a:xfrm>
        </p:grpSpPr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87BF91AD-6D95-EEA5-D8A0-E8A941020D5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50596467"/>
                </p:ext>
              </p:extLst>
            </p:nvPr>
          </p:nvGraphicFramePr>
          <p:xfrm>
            <a:off x="1286934" y="2009422"/>
            <a:ext cx="2585154" cy="23493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2C5CFC-FB7D-3FAE-DA19-B22A9DF102C6}"/>
                </a:ext>
              </a:extLst>
            </p:cNvPr>
            <p:cNvSpPr txBox="1"/>
            <p:nvPr/>
          </p:nvSpPr>
          <p:spPr>
            <a:xfrm>
              <a:off x="2116666" y="4358737"/>
              <a:ext cx="9256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Data 01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5C9A56-763A-3996-792A-9534F2D2091E}"/>
              </a:ext>
            </a:extLst>
          </p:cNvPr>
          <p:cNvGrpSpPr/>
          <p:nvPr/>
        </p:nvGrpSpPr>
        <p:grpSpPr>
          <a:xfrm>
            <a:off x="4633198" y="935752"/>
            <a:ext cx="1864598" cy="2009423"/>
            <a:chOff x="1286934" y="2009422"/>
            <a:chExt cx="2585154" cy="2657092"/>
          </a:xfrm>
        </p:grpSpPr>
        <p:graphicFrame>
          <p:nvGraphicFramePr>
            <p:cNvPr id="15" name="Chart 14">
              <a:extLst>
                <a:ext uri="{FF2B5EF4-FFF2-40B4-BE49-F238E27FC236}">
                  <a16:creationId xmlns:a16="http://schemas.microsoft.com/office/drawing/2014/main" id="{4E9D3FE5-AD1F-22DB-C18C-99CAC0B4A5F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83041556"/>
                </p:ext>
              </p:extLst>
            </p:nvPr>
          </p:nvGraphicFramePr>
          <p:xfrm>
            <a:off x="1286934" y="2009422"/>
            <a:ext cx="2585154" cy="23493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C484019-63CA-8A6C-3E1A-ADEE93C9F624}"/>
                </a:ext>
              </a:extLst>
            </p:cNvPr>
            <p:cNvSpPr txBox="1"/>
            <p:nvPr/>
          </p:nvSpPr>
          <p:spPr>
            <a:xfrm>
              <a:off x="2116666" y="4358737"/>
              <a:ext cx="9256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Data 01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3D51C5-C550-907B-E875-0AF9BF154B7E}"/>
              </a:ext>
            </a:extLst>
          </p:cNvPr>
          <p:cNvGrpSpPr/>
          <p:nvPr/>
        </p:nvGrpSpPr>
        <p:grpSpPr>
          <a:xfrm>
            <a:off x="6734789" y="1593998"/>
            <a:ext cx="1864598" cy="2009423"/>
            <a:chOff x="1286934" y="2009422"/>
            <a:chExt cx="2585154" cy="2657092"/>
          </a:xfrm>
        </p:grpSpPr>
        <p:graphicFrame>
          <p:nvGraphicFramePr>
            <p:cNvPr id="18" name="Chart 17">
              <a:extLst>
                <a:ext uri="{FF2B5EF4-FFF2-40B4-BE49-F238E27FC236}">
                  <a16:creationId xmlns:a16="http://schemas.microsoft.com/office/drawing/2014/main" id="{2575949A-BC8F-0FDC-D32E-5B37936131A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74115271"/>
                </p:ext>
              </p:extLst>
            </p:nvPr>
          </p:nvGraphicFramePr>
          <p:xfrm>
            <a:off x="1286934" y="2009422"/>
            <a:ext cx="2585154" cy="23493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9DC532-ED4C-76A5-7BA8-E900FCDA7CC6}"/>
                </a:ext>
              </a:extLst>
            </p:cNvPr>
            <p:cNvSpPr txBox="1"/>
            <p:nvPr/>
          </p:nvSpPr>
          <p:spPr>
            <a:xfrm>
              <a:off x="2116666" y="4358737"/>
              <a:ext cx="9256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Data 01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0708B36-7DAA-9FD1-0A75-1951F7ADBADF}"/>
              </a:ext>
            </a:extLst>
          </p:cNvPr>
          <p:cNvGrpSpPr/>
          <p:nvPr/>
        </p:nvGrpSpPr>
        <p:grpSpPr>
          <a:xfrm>
            <a:off x="2665068" y="3908407"/>
            <a:ext cx="1864598" cy="2009423"/>
            <a:chOff x="1286934" y="2009422"/>
            <a:chExt cx="2585154" cy="2657092"/>
          </a:xfrm>
        </p:grpSpPr>
        <p:graphicFrame>
          <p:nvGraphicFramePr>
            <p:cNvPr id="21" name="Chart 20">
              <a:extLst>
                <a:ext uri="{FF2B5EF4-FFF2-40B4-BE49-F238E27FC236}">
                  <a16:creationId xmlns:a16="http://schemas.microsoft.com/office/drawing/2014/main" id="{8E20004B-4BF2-788E-96B3-9AB4DA1767A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77673306"/>
                </p:ext>
              </p:extLst>
            </p:nvPr>
          </p:nvGraphicFramePr>
          <p:xfrm>
            <a:off x="1286934" y="2009422"/>
            <a:ext cx="2585154" cy="23493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7DAC51-7BFE-C344-BBD2-2B2B99772C09}"/>
                </a:ext>
              </a:extLst>
            </p:cNvPr>
            <p:cNvSpPr txBox="1"/>
            <p:nvPr/>
          </p:nvSpPr>
          <p:spPr>
            <a:xfrm>
              <a:off x="2116666" y="4358737"/>
              <a:ext cx="9256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Data 01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B50375E-D100-01AB-8F0B-B709B6FD4906}"/>
              </a:ext>
            </a:extLst>
          </p:cNvPr>
          <p:cNvGrpSpPr/>
          <p:nvPr/>
        </p:nvGrpSpPr>
        <p:grpSpPr>
          <a:xfrm>
            <a:off x="7254157" y="3792028"/>
            <a:ext cx="1864598" cy="2009423"/>
            <a:chOff x="1286934" y="2009422"/>
            <a:chExt cx="2585154" cy="2657092"/>
          </a:xfrm>
        </p:grpSpPr>
        <p:graphicFrame>
          <p:nvGraphicFramePr>
            <p:cNvPr id="24" name="Chart 23">
              <a:extLst>
                <a:ext uri="{FF2B5EF4-FFF2-40B4-BE49-F238E27FC236}">
                  <a16:creationId xmlns:a16="http://schemas.microsoft.com/office/drawing/2014/main" id="{03F3FD1B-9C7E-50D4-BDF8-A5E0A14D108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0674607"/>
                </p:ext>
              </p:extLst>
            </p:nvPr>
          </p:nvGraphicFramePr>
          <p:xfrm>
            <a:off x="1286934" y="2009422"/>
            <a:ext cx="2585154" cy="23493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D0A417-D1AF-E3BE-1A02-A21455AF0161}"/>
                </a:ext>
              </a:extLst>
            </p:cNvPr>
            <p:cNvSpPr txBox="1"/>
            <p:nvPr/>
          </p:nvSpPr>
          <p:spPr>
            <a:xfrm>
              <a:off x="2116666" y="4358737"/>
              <a:ext cx="9256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Data 01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6E2AE72-1D5C-D97B-456C-A975FA114D7B}"/>
              </a:ext>
            </a:extLst>
          </p:cNvPr>
          <p:cNvGrpSpPr/>
          <p:nvPr/>
        </p:nvGrpSpPr>
        <p:grpSpPr>
          <a:xfrm>
            <a:off x="4904947" y="3673511"/>
            <a:ext cx="1864598" cy="2009423"/>
            <a:chOff x="1286934" y="2009422"/>
            <a:chExt cx="2585154" cy="2657092"/>
          </a:xfrm>
        </p:grpSpPr>
        <p:graphicFrame>
          <p:nvGraphicFramePr>
            <p:cNvPr id="27" name="Chart 26">
              <a:extLst>
                <a:ext uri="{FF2B5EF4-FFF2-40B4-BE49-F238E27FC236}">
                  <a16:creationId xmlns:a16="http://schemas.microsoft.com/office/drawing/2014/main" id="{BC4DB10E-92BA-8DB3-FE0C-2CB62A9F7C2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83632771"/>
                </p:ext>
              </p:extLst>
            </p:nvPr>
          </p:nvGraphicFramePr>
          <p:xfrm>
            <a:off x="1286934" y="2009422"/>
            <a:ext cx="2585154" cy="23493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81B02F-4302-48BC-D809-0D584B0AA257}"/>
                </a:ext>
              </a:extLst>
            </p:cNvPr>
            <p:cNvSpPr txBox="1"/>
            <p:nvPr/>
          </p:nvSpPr>
          <p:spPr>
            <a:xfrm>
              <a:off x="2116666" y="4358737"/>
              <a:ext cx="9256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Data 01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77CD9C2-87E7-B0A6-9428-A4FAFA29A8FA}"/>
              </a:ext>
            </a:extLst>
          </p:cNvPr>
          <p:cNvSpPr txBox="1"/>
          <p:nvPr/>
        </p:nvSpPr>
        <p:spPr>
          <a:xfrm>
            <a:off x="9012316" y="1034534"/>
            <a:ext cx="186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Marketing Data</a:t>
            </a:r>
          </a:p>
        </p:txBody>
      </p:sp>
    </p:spTree>
    <p:extLst>
      <p:ext uri="{BB962C8B-B14F-4D97-AF65-F5344CB8AC3E}">
        <p14:creationId xmlns:p14="http://schemas.microsoft.com/office/powerpoint/2010/main" val="91304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207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25F5D96-9DEC-EDC8-E550-49C6706E7F25}"/>
              </a:ext>
            </a:extLst>
          </p:cNvPr>
          <p:cNvSpPr/>
          <p:nvPr/>
        </p:nvSpPr>
        <p:spPr>
          <a:xfrm>
            <a:off x="1309866" y="1701781"/>
            <a:ext cx="3014134" cy="74506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89BB10E-A281-ED8D-83E3-E728BB11F574}"/>
              </a:ext>
            </a:extLst>
          </p:cNvPr>
          <p:cNvSpPr/>
          <p:nvPr/>
        </p:nvSpPr>
        <p:spPr>
          <a:xfrm>
            <a:off x="7587400" y="1586086"/>
            <a:ext cx="3275302" cy="67168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B62918-C3A9-021B-9DF0-0F37967D4D3C}"/>
              </a:ext>
            </a:extLst>
          </p:cNvPr>
          <p:cNvSpPr/>
          <p:nvPr/>
        </p:nvSpPr>
        <p:spPr>
          <a:xfrm>
            <a:off x="1579114" y="2980259"/>
            <a:ext cx="3189112" cy="74506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D094EE-CAF2-4BCA-E7CC-5D633DA6374C}"/>
              </a:ext>
            </a:extLst>
          </p:cNvPr>
          <p:cNvSpPr/>
          <p:nvPr/>
        </p:nvSpPr>
        <p:spPr>
          <a:xfrm>
            <a:off x="1037247" y="4092213"/>
            <a:ext cx="3014134" cy="74506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6D80A3-62E9-36C0-FB17-0561B087A528}"/>
              </a:ext>
            </a:extLst>
          </p:cNvPr>
          <p:cNvSpPr/>
          <p:nvPr/>
        </p:nvSpPr>
        <p:spPr>
          <a:xfrm>
            <a:off x="7407538" y="2997196"/>
            <a:ext cx="3275302" cy="67169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189B494-DD5C-84C8-49A2-BF150FBC180B}"/>
              </a:ext>
            </a:extLst>
          </p:cNvPr>
          <p:cNvSpPr/>
          <p:nvPr/>
        </p:nvSpPr>
        <p:spPr>
          <a:xfrm>
            <a:off x="7587400" y="4224863"/>
            <a:ext cx="3275302" cy="67168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8D9E51-DFF6-191D-FB22-2CEAAFEB9C7A}"/>
              </a:ext>
            </a:extLst>
          </p:cNvPr>
          <p:cNvSpPr>
            <a:spLocks noChangeAspect="1"/>
          </p:cNvSpPr>
          <p:nvPr/>
        </p:nvSpPr>
        <p:spPr>
          <a:xfrm>
            <a:off x="3924008" y="1656624"/>
            <a:ext cx="684000" cy="68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82%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A39C3D-6094-F292-AFE7-CC27C3A363FF}"/>
              </a:ext>
            </a:extLst>
          </p:cNvPr>
          <p:cNvSpPr>
            <a:spLocks noChangeAspect="1"/>
          </p:cNvSpPr>
          <p:nvPr/>
        </p:nvSpPr>
        <p:spPr>
          <a:xfrm>
            <a:off x="4023160" y="2980259"/>
            <a:ext cx="684000" cy="68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70C0"/>
                </a:solidFill>
              </a:rPr>
              <a:t>82%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2AE0C8-9794-517B-CD4B-5AEDBF465F96}"/>
              </a:ext>
            </a:extLst>
          </p:cNvPr>
          <p:cNvSpPr>
            <a:spLocks noChangeAspect="1"/>
          </p:cNvSpPr>
          <p:nvPr/>
        </p:nvSpPr>
        <p:spPr>
          <a:xfrm>
            <a:off x="3424850" y="4188172"/>
            <a:ext cx="684000" cy="68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70C0"/>
                </a:solidFill>
              </a:rPr>
              <a:t>82%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7E94FF-8408-EA34-8F4D-A827D71F6338}"/>
              </a:ext>
            </a:extLst>
          </p:cNvPr>
          <p:cNvSpPr>
            <a:spLocks noChangeAspect="1"/>
          </p:cNvSpPr>
          <p:nvPr/>
        </p:nvSpPr>
        <p:spPr>
          <a:xfrm>
            <a:off x="7587400" y="1549397"/>
            <a:ext cx="684000" cy="68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70C0"/>
                </a:solidFill>
              </a:rPr>
              <a:t>82%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F99482-F19C-5ABD-A2A0-610B18449536}"/>
              </a:ext>
            </a:extLst>
          </p:cNvPr>
          <p:cNvSpPr>
            <a:spLocks noChangeAspect="1"/>
          </p:cNvSpPr>
          <p:nvPr/>
        </p:nvSpPr>
        <p:spPr>
          <a:xfrm>
            <a:off x="7616385" y="2923821"/>
            <a:ext cx="684000" cy="68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82%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2F9ECA-266D-ACA5-2359-820ECBB8AC97}"/>
              </a:ext>
            </a:extLst>
          </p:cNvPr>
          <p:cNvSpPr>
            <a:spLocks noChangeAspect="1"/>
          </p:cNvSpPr>
          <p:nvPr/>
        </p:nvSpPr>
        <p:spPr>
          <a:xfrm>
            <a:off x="7705934" y="4188174"/>
            <a:ext cx="684000" cy="68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70C0"/>
                </a:solidFill>
              </a:rPr>
              <a:t>82%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E786A3-0227-0D37-3531-95FBB8040113}"/>
              </a:ext>
            </a:extLst>
          </p:cNvPr>
          <p:cNvSpPr txBox="1"/>
          <p:nvPr/>
        </p:nvSpPr>
        <p:spPr>
          <a:xfrm>
            <a:off x="5163701" y="528134"/>
            <a:ext cx="156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Sales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0D0FF8C-7DCC-6126-3F55-3062DA44BB77}"/>
              </a:ext>
            </a:extLst>
          </p:cNvPr>
          <p:cNvGrpSpPr/>
          <p:nvPr/>
        </p:nvGrpSpPr>
        <p:grpSpPr>
          <a:xfrm>
            <a:off x="5094035" y="1888445"/>
            <a:ext cx="1942218" cy="3059552"/>
            <a:chOff x="5094035" y="1888445"/>
            <a:chExt cx="1942218" cy="30595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8ADD063-193D-69CC-73F9-4AD6FDCE2822}"/>
                </a:ext>
              </a:extLst>
            </p:cNvPr>
            <p:cNvGrpSpPr/>
            <p:nvPr/>
          </p:nvGrpSpPr>
          <p:grpSpPr>
            <a:xfrm>
              <a:off x="5163701" y="1964267"/>
              <a:ext cx="1844359" cy="2932285"/>
              <a:chOff x="5163701" y="1964267"/>
              <a:chExt cx="1844359" cy="2932285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415DBC6-B554-3EDD-15C2-82F11CE36F58}"/>
                  </a:ext>
                </a:extLst>
              </p:cNvPr>
              <p:cNvCxnSpPr/>
              <p:nvPr/>
            </p:nvCxnSpPr>
            <p:spPr>
              <a:xfrm>
                <a:off x="5163701" y="1964267"/>
                <a:ext cx="182412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581227A-CCDA-0A83-C4DF-1D50CE95655C}"/>
                  </a:ext>
                </a:extLst>
              </p:cNvPr>
              <p:cNvCxnSpPr/>
              <p:nvPr/>
            </p:nvCxnSpPr>
            <p:spPr>
              <a:xfrm>
                <a:off x="5163701" y="3414886"/>
                <a:ext cx="182412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04014F9-61F1-F084-3E12-91980F32DE81}"/>
                  </a:ext>
                </a:extLst>
              </p:cNvPr>
              <p:cNvCxnSpPr/>
              <p:nvPr/>
            </p:nvCxnSpPr>
            <p:spPr>
              <a:xfrm>
                <a:off x="5183939" y="4872174"/>
                <a:ext cx="182412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A662C1F-412F-E6C4-3EEB-D76C77A59E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964267"/>
                <a:ext cx="0" cy="2932285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141C44E-35CA-017D-BC89-86E0D4C0B65D}"/>
                </a:ext>
              </a:extLst>
            </p:cNvPr>
            <p:cNvSpPr/>
            <p:nvPr/>
          </p:nvSpPr>
          <p:spPr>
            <a:xfrm>
              <a:off x="5094246" y="1888445"/>
              <a:ext cx="138308" cy="138308"/>
            </a:xfrm>
            <a:prstGeom prst="ellipse">
              <a:avLst/>
            </a:prstGeom>
            <a:solidFill>
              <a:srgbClr val="009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DD4D4CF-BC26-E006-DDA0-A5BB9E5D4195}"/>
                </a:ext>
              </a:extLst>
            </p:cNvPr>
            <p:cNvSpPr/>
            <p:nvPr/>
          </p:nvSpPr>
          <p:spPr>
            <a:xfrm>
              <a:off x="6897945" y="1888445"/>
              <a:ext cx="138308" cy="138308"/>
            </a:xfrm>
            <a:prstGeom prst="ellipse">
              <a:avLst/>
            </a:prstGeom>
            <a:solidFill>
              <a:srgbClr val="009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3DBA9BB-3BBA-D207-E49F-1865F9123245}"/>
                </a:ext>
              </a:extLst>
            </p:cNvPr>
            <p:cNvSpPr/>
            <p:nvPr/>
          </p:nvSpPr>
          <p:spPr>
            <a:xfrm>
              <a:off x="6897945" y="3345732"/>
              <a:ext cx="138308" cy="138308"/>
            </a:xfrm>
            <a:prstGeom prst="ellipse">
              <a:avLst/>
            </a:prstGeom>
            <a:solidFill>
              <a:srgbClr val="009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8A63FA8-5126-A8C1-23FF-A00C652FA328}"/>
                </a:ext>
              </a:extLst>
            </p:cNvPr>
            <p:cNvSpPr/>
            <p:nvPr/>
          </p:nvSpPr>
          <p:spPr>
            <a:xfrm>
              <a:off x="5094035" y="3352402"/>
              <a:ext cx="138308" cy="138308"/>
            </a:xfrm>
            <a:prstGeom prst="ellipse">
              <a:avLst/>
            </a:prstGeom>
            <a:solidFill>
              <a:srgbClr val="009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EEDB12A-8A11-F23A-2E1A-FE87636B96B7}"/>
                </a:ext>
              </a:extLst>
            </p:cNvPr>
            <p:cNvSpPr/>
            <p:nvPr/>
          </p:nvSpPr>
          <p:spPr>
            <a:xfrm>
              <a:off x="6897945" y="4803019"/>
              <a:ext cx="138308" cy="138308"/>
            </a:xfrm>
            <a:prstGeom prst="ellipse">
              <a:avLst/>
            </a:prstGeom>
            <a:solidFill>
              <a:srgbClr val="009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F2FF768-3056-05FA-2DE9-6C7D0E6ADA47}"/>
                </a:ext>
              </a:extLst>
            </p:cNvPr>
            <p:cNvSpPr/>
            <p:nvPr/>
          </p:nvSpPr>
          <p:spPr>
            <a:xfrm>
              <a:off x="5094035" y="4809689"/>
              <a:ext cx="138308" cy="138308"/>
            </a:xfrm>
            <a:prstGeom prst="ellipse">
              <a:avLst/>
            </a:prstGeom>
            <a:solidFill>
              <a:srgbClr val="009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4975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41</Words>
  <Application>Microsoft Macintosh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Kadhiravan Jayachandiran</dc:creator>
  <cp:lastModifiedBy>Kadhiravan Jayachandiran</cp:lastModifiedBy>
  <cp:revision>4</cp:revision>
  <dcterms:created xsi:type="dcterms:W3CDTF">2025-05-12T15:49:50Z</dcterms:created>
  <dcterms:modified xsi:type="dcterms:W3CDTF">2025-05-12T18:09:03Z</dcterms:modified>
</cp:coreProperties>
</file>